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7"/>
  </p:sldIdLst>
  <p:sldSz cx="9144000" cy="6858000" type="screen4x3"/>
  <p:notesSz cx="6858000" cy="9144000"/>
  <p:embeddedFontLst>
    <p:embeddedFont>
      <p:font typeface="Roboto" pitchFamily="2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241999"/>
            <a:ext cx="8229600" cy="2374001"/>
          </a:xfrm>
          <a:prstGeom prst="rect">
            <a:avLst/>
          </a:prstGeom>
          <a:solidFill>
            <a:srgbClr val="2727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8116" y="2982283"/>
            <a:ext cx="466312" cy="381117"/>
          </a:xfrm>
          <a:custGeom>
            <a:avLst/>
            <a:gdLst/>
            <a:ahLst/>
            <a:cxnLst/>
            <a:rect l="0" t="0" r="0" b="0"/>
            <a:pathLst>
              <a:path w="466312" h="381117">
                <a:moveTo>
                  <a:pt x="61080" y="381117"/>
                </a:moveTo>
                <a:cubicBezTo>
                  <a:pt x="27346" y="381117"/>
                  <a:pt x="0" y="295801"/>
                  <a:pt x="0" y="190558"/>
                </a:cubicBezTo>
                <a:cubicBezTo>
                  <a:pt x="0" y="85316"/>
                  <a:pt x="27346" y="0"/>
                  <a:pt x="61080" y="0"/>
                </a:cubicBezTo>
                <a:moveTo>
                  <a:pt x="405231" y="381117"/>
                </a:moveTo>
                <a:cubicBezTo>
                  <a:pt x="438965" y="381117"/>
                  <a:pt x="466312" y="295801"/>
                  <a:pt x="466312" y="190558"/>
                </a:cubicBezTo>
                <a:cubicBezTo>
                  <a:pt x="466312" y="85316"/>
                  <a:pt x="438965" y="0"/>
                  <a:pt x="405231" y="0"/>
                </a:cubicBezTo>
                <a:moveTo>
                  <a:pt x="61080" y="0"/>
                </a:moveTo>
                <a:lnTo>
                  <a:pt x="405231" y="0"/>
                </a:lnTo>
                <a:moveTo>
                  <a:pt x="405231" y="381117"/>
                </a:moveTo>
                <a:lnTo>
                  <a:pt x="61080" y="381117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17032" y="2982283"/>
            <a:ext cx="473120" cy="381117"/>
          </a:xfrm>
          <a:custGeom>
            <a:avLst/>
            <a:gdLst/>
            <a:ahLst/>
            <a:cxnLst/>
            <a:rect l="0" t="0" r="0" b="0"/>
            <a:pathLst>
              <a:path w="473120" h="381117">
                <a:moveTo>
                  <a:pt x="24432" y="0"/>
                </a:moveTo>
                <a:lnTo>
                  <a:pt x="16288" y="0"/>
                </a:lnTo>
                <a:cubicBezTo>
                  <a:pt x="7292" y="0"/>
                  <a:pt x="0" y="7292"/>
                  <a:pt x="0" y="16288"/>
                </a:cubicBezTo>
                <a:lnTo>
                  <a:pt x="0" y="24432"/>
                </a:lnTo>
                <a:moveTo>
                  <a:pt x="0" y="24432"/>
                </a:moveTo>
                <a:lnTo>
                  <a:pt x="0" y="356685"/>
                </a:lnTo>
                <a:moveTo>
                  <a:pt x="473120" y="24432"/>
                </a:moveTo>
                <a:lnTo>
                  <a:pt x="473120" y="356685"/>
                </a:lnTo>
                <a:moveTo>
                  <a:pt x="24432" y="0"/>
                </a:moveTo>
                <a:lnTo>
                  <a:pt x="448688" y="0"/>
                </a:lnTo>
                <a:moveTo>
                  <a:pt x="24432" y="381117"/>
                </a:moveTo>
                <a:lnTo>
                  <a:pt x="16288" y="381117"/>
                </a:lnTo>
                <a:cubicBezTo>
                  <a:pt x="7292" y="381117"/>
                  <a:pt x="0" y="373825"/>
                  <a:pt x="0" y="364829"/>
                </a:cubicBezTo>
                <a:lnTo>
                  <a:pt x="0" y="356685"/>
                </a:lnTo>
                <a:moveTo>
                  <a:pt x="448688" y="0"/>
                </a:moveTo>
                <a:lnTo>
                  <a:pt x="456832" y="0"/>
                </a:lnTo>
                <a:cubicBezTo>
                  <a:pt x="465827" y="0"/>
                  <a:pt x="473120" y="7292"/>
                  <a:pt x="473120" y="16288"/>
                </a:cubicBezTo>
                <a:lnTo>
                  <a:pt x="473120" y="24432"/>
                </a:lnTo>
                <a:moveTo>
                  <a:pt x="448688" y="381117"/>
                </a:moveTo>
                <a:lnTo>
                  <a:pt x="24432" y="381117"/>
                </a:lnTo>
                <a:moveTo>
                  <a:pt x="448688" y="381117"/>
                </a:moveTo>
                <a:lnTo>
                  <a:pt x="456832" y="381117"/>
                </a:lnTo>
                <a:cubicBezTo>
                  <a:pt x="465827" y="381117"/>
                  <a:pt x="473120" y="373825"/>
                  <a:pt x="473120" y="364829"/>
                </a:cubicBezTo>
                <a:lnTo>
                  <a:pt x="473120" y="356685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83340" y="2952952"/>
            <a:ext cx="538909" cy="439780"/>
          </a:xfrm>
          <a:custGeom>
            <a:avLst/>
            <a:gdLst/>
            <a:ahLst/>
            <a:cxnLst/>
            <a:rect l="0" t="0" r="0" b="0"/>
            <a:pathLst>
              <a:path w="538909" h="439780">
                <a:moveTo>
                  <a:pt x="24432" y="0"/>
                </a:moveTo>
                <a:lnTo>
                  <a:pt x="16288" y="0"/>
                </a:lnTo>
                <a:cubicBezTo>
                  <a:pt x="7292" y="0"/>
                  <a:pt x="0" y="7292"/>
                  <a:pt x="0" y="16288"/>
                </a:cubicBezTo>
                <a:lnTo>
                  <a:pt x="0" y="24432"/>
                </a:lnTo>
                <a:moveTo>
                  <a:pt x="0" y="24432"/>
                </a:moveTo>
                <a:lnTo>
                  <a:pt x="0" y="415348"/>
                </a:lnTo>
                <a:moveTo>
                  <a:pt x="538909" y="24432"/>
                </a:moveTo>
                <a:lnTo>
                  <a:pt x="538909" y="415348"/>
                </a:lnTo>
                <a:moveTo>
                  <a:pt x="24432" y="0"/>
                </a:moveTo>
                <a:lnTo>
                  <a:pt x="514477" y="0"/>
                </a:lnTo>
                <a:moveTo>
                  <a:pt x="24432" y="439780"/>
                </a:moveTo>
                <a:lnTo>
                  <a:pt x="16288" y="439780"/>
                </a:lnTo>
                <a:cubicBezTo>
                  <a:pt x="7292" y="439780"/>
                  <a:pt x="0" y="432488"/>
                  <a:pt x="0" y="423492"/>
                </a:cubicBezTo>
                <a:lnTo>
                  <a:pt x="0" y="415348"/>
                </a:lnTo>
                <a:moveTo>
                  <a:pt x="514477" y="0"/>
                </a:moveTo>
                <a:lnTo>
                  <a:pt x="522621" y="0"/>
                </a:lnTo>
                <a:cubicBezTo>
                  <a:pt x="531616" y="0"/>
                  <a:pt x="538909" y="7292"/>
                  <a:pt x="538909" y="16288"/>
                </a:cubicBezTo>
                <a:lnTo>
                  <a:pt x="538909" y="24432"/>
                </a:lnTo>
                <a:moveTo>
                  <a:pt x="514477" y="439780"/>
                </a:moveTo>
                <a:lnTo>
                  <a:pt x="24432" y="439780"/>
                </a:lnTo>
                <a:moveTo>
                  <a:pt x="514477" y="439780"/>
                </a:moveTo>
                <a:lnTo>
                  <a:pt x="522621" y="439780"/>
                </a:lnTo>
                <a:cubicBezTo>
                  <a:pt x="531616" y="439780"/>
                  <a:pt x="538909" y="432488"/>
                  <a:pt x="538909" y="423492"/>
                </a:cubicBezTo>
                <a:lnTo>
                  <a:pt x="538909" y="415348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15436" y="2982283"/>
            <a:ext cx="530192" cy="381117"/>
          </a:xfrm>
          <a:custGeom>
            <a:avLst/>
            <a:gdLst/>
            <a:ahLst/>
            <a:cxnLst/>
            <a:rect l="0" t="0" r="0" b="0"/>
            <a:pathLst>
              <a:path w="530192" h="381117">
                <a:moveTo>
                  <a:pt x="24432" y="0"/>
                </a:moveTo>
                <a:lnTo>
                  <a:pt x="16288" y="0"/>
                </a:lnTo>
                <a:cubicBezTo>
                  <a:pt x="7292" y="0"/>
                  <a:pt x="0" y="7292"/>
                  <a:pt x="0" y="16288"/>
                </a:cubicBezTo>
                <a:lnTo>
                  <a:pt x="0" y="24432"/>
                </a:lnTo>
                <a:moveTo>
                  <a:pt x="0" y="24432"/>
                </a:moveTo>
                <a:lnTo>
                  <a:pt x="0" y="356685"/>
                </a:lnTo>
                <a:moveTo>
                  <a:pt x="530192" y="24432"/>
                </a:moveTo>
                <a:lnTo>
                  <a:pt x="530192" y="356685"/>
                </a:lnTo>
                <a:moveTo>
                  <a:pt x="24432" y="0"/>
                </a:moveTo>
                <a:lnTo>
                  <a:pt x="505760" y="0"/>
                </a:lnTo>
                <a:moveTo>
                  <a:pt x="24432" y="381117"/>
                </a:moveTo>
                <a:lnTo>
                  <a:pt x="16288" y="381117"/>
                </a:lnTo>
                <a:cubicBezTo>
                  <a:pt x="7292" y="381117"/>
                  <a:pt x="0" y="373825"/>
                  <a:pt x="0" y="364829"/>
                </a:cubicBezTo>
                <a:lnTo>
                  <a:pt x="0" y="356685"/>
                </a:lnTo>
                <a:moveTo>
                  <a:pt x="505760" y="0"/>
                </a:moveTo>
                <a:lnTo>
                  <a:pt x="513904" y="0"/>
                </a:lnTo>
                <a:cubicBezTo>
                  <a:pt x="522900" y="0"/>
                  <a:pt x="530192" y="7292"/>
                  <a:pt x="530192" y="16288"/>
                </a:cubicBezTo>
                <a:lnTo>
                  <a:pt x="530192" y="24432"/>
                </a:lnTo>
                <a:moveTo>
                  <a:pt x="505760" y="381117"/>
                </a:moveTo>
                <a:lnTo>
                  <a:pt x="24432" y="381117"/>
                </a:lnTo>
                <a:moveTo>
                  <a:pt x="505760" y="381117"/>
                </a:moveTo>
                <a:lnTo>
                  <a:pt x="513904" y="381117"/>
                </a:lnTo>
                <a:cubicBezTo>
                  <a:pt x="522900" y="381117"/>
                  <a:pt x="530192" y="373825"/>
                  <a:pt x="530192" y="364829"/>
                </a:cubicBezTo>
                <a:lnTo>
                  <a:pt x="530192" y="356685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34814" y="2982283"/>
            <a:ext cx="520449" cy="381118"/>
          </a:xfrm>
          <a:custGeom>
            <a:avLst/>
            <a:gdLst/>
            <a:ahLst/>
            <a:cxnLst/>
            <a:rect l="0" t="0" r="0" b="0"/>
            <a:pathLst>
              <a:path w="520449" h="381118">
                <a:moveTo>
                  <a:pt x="492011" y="0"/>
                </a:moveTo>
                <a:lnTo>
                  <a:pt x="498833" y="0"/>
                </a:lnTo>
                <a:cubicBezTo>
                  <a:pt x="511503" y="0"/>
                  <a:pt x="520449" y="12412"/>
                  <a:pt x="516443" y="24431"/>
                </a:cubicBezTo>
                <a:moveTo>
                  <a:pt x="28438" y="381117"/>
                </a:moveTo>
                <a:lnTo>
                  <a:pt x="21616" y="381117"/>
                </a:lnTo>
                <a:cubicBezTo>
                  <a:pt x="8946" y="381118"/>
                  <a:pt x="0" y="368705"/>
                  <a:pt x="4006" y="356685"/>
                </a:cubicBezTo>
                <a:moveTo>
                  <a:pt x="65082" y="5"/>
                </a:moveTo>
                <a:lnTo>
                  <a:pt x="492011" y="0"/>
                </a:lnTo>
                <a:moveTo>
                  <a:pt x="487939" y="356691"/>
                </a:moveTo>
                <a:cubicBezTo>
                  <a:pt x="483216" y="370856"/>
                  <a:pt x="471650" y="381117"/>
                  <a:pt x="455362" y="381117"/>
                </a:cubicBezTo>
                <a:moveTo>
                  <a:pt x="32506" y="24426"/>
                </a:moveTo>
                <a:cubicBezTo>
                  <a:pt x="37229" y="10261"/>
                  <a:pt x="48794" y="0"/>
                  <a:pt x="65082" y="0"/>
                </a:cubicBezTo>
                <a:moveTo>
                  <a:pt x="24362" y="381117"/>
                </a:moveTo>
                <a:lnTo>
                  <a:pt x="455362" y="381117"/>
                </a:lnTo>
                <a:moveTo>
                  <a:pt x="487939" y="356685"/>
                </a:moveTo>
                <a:lnTo>
                  <a:pt x="516443" y="24432"/>
                </a:lnTo>
                <a:moveTo>
                  <a:pt x="32506" y="24432"/>
                </a:moveTo>
                <a:lnTo>
                  <a:pt x="4002" y="356685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844445" y="2982283"/>
            <a:ext cx="453778" cy="381117"/>
          </a:xfrm>
          <a:custGeom>
            <a:avLst/>
            <a:gdLst/>
            <a:ahLst/>
            <a:cxnLst/>
            <a:rect l="0" t="0" r="0" b="0"/>
            <a:pathLst>
              <a:path w="453778" h="381117">
                <a:moveTo>
                  <a:pt x="24432" y="0"/>
                </a:moveTo>
                <a:lnTo>
                  <a:pt x="16288" y="0"/>
                </a:lnTo>
                <a:cubicBezTo>
                  <a:pt x="7292" y="0"/>
                  <a:pt x="0" y="7292"/>
                  <a:pt x="0" y="16288"/>
                </a:cubicBezTo>
                <a:lnTo>
                  <a:pt x="0" y="24432"/>
                </a:lnTo>
                <a:moveTo>
                  <a:pt x="0" y="24432"/>
                </a:moveTo>
                <a:lnTo>
                  <a:pt x="0" y="356685"/>
                </a:lnTo>
                <a:moveTo>
                  <a:pt x="453778" y="24432"/>
                </a:moveTo>
                <a:lnTo>
                  <a:pt x="453778" y="356685"/>
                </a:lnTo>
                <a:moveTo>
                  <a:pt x="24432" y="0"/>
                </a:moveTo>
                <a:lnTo>
                  <a:pt x="429346" y="0"/>
                </a:lnTo>
                <a:moveTo>
                  <a:pt x="24432" y="381117"/>
                </a:moveTo>
                <a:lnTo>
                  <a:pt x="16288" y="381117"/>
                </a:lnTo>
                <a:cubicBezTo>
                  <a:pt x="7292" y="381117"/>
                  <a:pt x="0" y="373825"/>
                  <a:pt x="0" y="364829"/>
                </a:cubicBezTo>
                <a:lnTo>
                  <a:pt x="0" y="356685"/>
                </a:lnTo>
                <a:moveTo>
                  <a:pt x="429346" y="0"/>
                </a:moveTo>
                <a:lnTo>
                  <a:pt x="437490" y="0"/>
                </a:lnTo>
                <a:cubicBezTo>
                  <a:pt x="446485" y="0"/>
                  <a:pt x="453778" y="7292"/>
                  <a:pt x="453778" y="16288"/>
                </a:cubicBezTo>
                <a:lnTo>
                  <a:pt x="453778" y="24432"/>
                </a:lnTo>
                <a:moveTo>
                  <a:pt x="429346" y="381117"/>
                </a:moveTo>
                <a:lnTo>
                  <a:pt x="24432" y="381117"/>
                </a:lnTo>
                <a:moveTo>
                  <a:pt x="429346" y="381117"/>
                </a:moveTo>
                <a:lnTo>
                  <a:pt x="437490" y="381117"/>
                </a:lnTo>
                <a:cubicBezTo>
                  <a:pt x="446485" y="381117"/>
                  <a:pt x="453778" y="373825"/>
                  <a:pt x="453778" y="364829"/>
                </a:cubicBezTo>
                <a:lnTo>
                  <a:pt x="453778" y="356685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91410" y="2982283"/>
            <a:ext cx="527902" cy="381117"/>
          </a:xfrm>
          <a:custGeom>
            <a:avLst/>
            <a:gdLst/>
            <a:ahLst/>
            <a:cxnLst/>
            <a:rect l="0" t="0" r="0" b="0"/>
            <a:pathLst>
              <a:path w="527902" h="381117">
                <a:moveTo>
                  <a:pt x="24432" y="0"/>
                </a:moveTo>
                <a:lnTo>
                  <a:pt x="16288" y="0"/>
                </a:lnTo>
                <a:cubicBezTo>
                  <a:pt x="7292" y="0"/>
                  <a:pt x="0" y="7292"/>
                  <a:pt x="0" y="16288"/>
                </a:cubicBezTo>
                <a:lnTo>
                  <a:pt x="0" y="24432"/>
                </a:lnTo>
                <a:moveTo>
                  <a:pt x="0" y="24432"/>
                </a:moveTo>
                <a:lnTo>
                  <a:pt x="0" y="356685"/>
                </a:lnTo>
                <a:moveTo>
                  <a:pt x="527902" y="24432"/>
                </a:moveTo>
                <a:lnTo>
                  <a:pt x="527902" y="356685"/>
                </a:lnTo>
                <a:moveTo>
                  <a:pt x="24432" y="0"/>
                </a:moveTo>
                <a:lnTo>
                  <a:pt x="503470" y="0"/>
                </a:lnTo>
                <a:moveTo>
                  <a:pt x="24432" y="381117"/>
                </a:moveTo>
                <a:lnTo>
                  <a:pt x="16288" y="381117"/>
                </a:lnTo>
                <a:cubicBezTo>
                  <a:pt x="7292" y="381117"/>
                  <a:pt x="0" y="373825"/>
                  <a:pt x="0" y="364829"/>
                </a:cubicBezTo>
                <a:lnTo>
                  <a:pt x="0" y="356685"/>
                </a:lnTo>
                <a:moveTo>
                  <a:pt x="503470" y="0"/>
                </a:moveTo>
                <a:lnTo>
                  <a:pt x="511614" y="0"/>
                </a:lnTo>
                <a:cubicBezTo>
                  <a:pt x="520609" y="0"/>
                  <a:pt x="527902" y="7292"/>
                  <a:pt x="527902" y="16288"/>
                </a:cubicBezTo>
                <a:lnTo>
                  <a:pt x="527902" y="24432"/>
                </a:lnTo>
                <a:moveTo>
                  <a:pt x="503470" y="381117"/>
                </a:moveTo>
                <a:lnTo>
                  <a:pt x="24432" y="381117"/>
                </a:lnTo>
                <a:moveTo>
                  <a:pt x="503470" y="381117"/>
                </a:moveTo>
                <a:lnTo>
                  <a:pt x="511614" y="381117"/>
                </a:lnTo>
                <a:cubicBezTo>
                  <a:pt x="520609" y="381117"/>
                  <a:pt x="527902" y="373825"/>
                  <a:pt x="527902" y="364829"/>
                </a:cubicBezTo>
                <a:lnTo>
                  <a:pt x="527902" y="356685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" name="Group 11"/>
          <p:cNvGrpSpPr/>
          <p:nvPr/>
        </p:nvGrpSpPr>
        <p:grpSpPr>
          <a:xfrm>
            <a:off x="6412498" y="2681779"/>
            <a:ext cx="514606" cy="450342"/>
            <a:chOff x="5955298" y="439780"/>
            <a:chExt cx="514606" cy="450342"/>
          </a:xfrm>
        </p:grpSpPr>
        <p:sp>
          <p:nvSpPr>
            <p:cNvPr id="10" name="Rounded Rectangle 9"/>
            <p:cNvSpPr/>
            <p:nvPr/>
          </p:nvSpPr>
          <p:spPr>
            <a:xfrm>
              <a:off x="5955298" y="472357"/>
              <a:ext cx="514605" cy="385189"/>
            </a:xfrm>
            <a:custGeom>
              <a:avLst/>
              <a:gdLst/>
              <a:ahLst/>
              <a:cxnLst/>
              <a:rect l="0" t="0" r="0" b="0"/>
              <a:pathLst>
                <a:path w="514605" h="385189">
                  <a:moveTo>
                    <a:pt x="2" y="3"/>
                  </a:moveTo>
                  <a:cubicBezTo>
                    <a:pt x="0" y="126384"/>
                    <a:pt x="1" y="263035"/>
                    <a:pt x="2" y="385189"/>
                  </a:cubicBezTo>
                  <a:moveTo>
                    <a:pt x="514605" y="385189"/>
                  </a:moveTo>
                  <a:cubicBezTo>
                    <a:pt x="514605" y="263035"/>
                    <a:pt x="514605" y="142652"/>
                    <a:pt x="514605" y="0"/>
                  </a:cubicBezTo>
                </a:path>
              </a:pathLst>
            </a:custGeom>
            <a:noFill/>
            <a:ln w="6108">
              <a:solidFill>
                <a:srgbClr val="44E09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955300" y="439780"/>
              <a:ext cx="514604" cy="450342"/>
            </a:xfrm>
            <a:custGeom>
              <a:avLst/>
              <a:gdLst/>
              <a:ahLst/>
              <a:cxnLst/>
              <a:rect l="0" t="0" r="0" b="0"/>
              <a:pathLst>
                <a:path w="514604" h="450342">
                  <a:moveTo>
                    <a:pt x="514604" y="32576"/>
                  </a:moveTo>
                  <a:cubicBezTo>
                    <a:pt x="514604" y="14584"/>
                    <a:pt x="399406" y="0"/>
                    <a:pt x="257302" y="0"/>
                  </a:cubicBezTo>
                  <a:cubicBezTo>
                    <a:pt x="115198" y="0"/>
                    <a:pt x="0" y="14584"/>
                    <a:pt x="0" y="32576"/>
                  </a:cubicBezTo>
                  <a:moveTo>
                    <a:pt x="514604" y="32576"/>
                  </a:moveTo>
                  <a:cubicBezTo>
                    <a:pt x="514604" y="50567"/>
                    <a:pt x="399406" y="65152"/>
                    <a:pt x="257302" y="65152"/>
                  </a:cubicBezTo>
                  <a:cubicBezTo>
                    <a:pt x="115198" y="65152"/>
                    <a:pt x="0" y="50567"/>
                    <a:pt x="0" y="32576"/>
                  </a:cubicBezTo>
                  <a:moveTo>
                    <a:pt x="514604" y="417766"/>
                  </a:moveTo>
                  <a:cubicBezTo>
                    <a:pt x="514604" y="435757"/>
                    <a:pt x="399406" y="450342"/>
                    <a:pt x="257302" y="450342"/>
                  </a:cubicBezTo>
                  <a:cubicBezTo>
                    <a:pt x="115198" y="450342"/>
                    <a:pt x="0" y="435757"/>
                    <a:pt x="0" y="417766"/>
                  </a:cubicBezTo>
                </a:path>
              </a:pathLst>
            </a:custGeom>
            <a:noFill/>
            <a:ln w="6108">
              <a:solidFill>
                <a:srgbClr val="44E09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7220291" y="2716392"/>
            <a:ext cx="485906" cy="381118"/>
            <a:chOff x="6763091" y="474393"/>
            <a:chExt cx="485906" cy="381118"/>
          </a:xfrm>
        </p:grpSpPr>
        <p:sp>
          <p:nvSpPr>
            <p:cNvPr id="13" name="Rounded Rectangle 12"/>
            <p:cNvSpPr/>
            <p:nvPr/>
          </p:nvSpPr>
          <p:spPr>
            <a:xfrm>
              <a:off x="6763091" y="474393"/>
              <a:ext cx="61080" cy="381117"/>
            </a:xfrm>
            <a:custGeom>
              <a:avLst/>
              <a:gdLst/>
              <a:ahLst/>
              <a:cxnLst/>
              <a:rect l="0" t="0" r="0" b="0"/>
              <a:pathLst>
                <a:path w="61080" h="381117">
                  <a:moveTo>
                    <a:pt x="61080" y="0"/>
                  </a:moveTo>
                  <a:lnTo>
                    <a:pt x="57008" y="0"/>
                  </a:lnTo>
                  <a:cubicBezTo>
                    <a:pt x="23274" y="0"/>
                    <a:pt x="0" y="85316"/>
                    <a:pt x="0" y="190558"/>
                  </a:cubicBezTo>
                  <a:cubicBezTo>
                    <a:pt x="0" y="295801"/>
                    <a:pt x="23274" y="381117"/>
                    <a:pt x="57008" y="381117"/>
                  </a:cubicBezTo>
                  <a:lnTo>
                    <a:pt x="61080" y="381117"/>
                  </a:lnTo>
                </a:path>
              </a:pathLst>
            </a:custGeom>
            <a:noFill/>
            <a:ln w="6108">
              <a:solidFill>
                <a:srgbClr val="1AC6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824172" y="474393"/>
              <a:ext cx="424825" cy="381118"/>
            </a:xfrm>
            <a:custGeom>
              <a:avLst/>
              <a:gdLst/>
              <a:ahLst/>
              <a:cxnLst/>
              <a:rect l="0" t="0" r="0" b="0"/>
              <a:pathLst>
                <a:path w="424825" h="381118">
                  <a:moveTo>
                    <a:pt x="361696" y="381118"/>
                  </a:moveTo>
                  <a:lnTo>
                    <a:pt x="414627" y="381118"/>
                  </a:lnTo>
                  <a:cubicBezTo>
                    <a:pt x="420746" y="381118"/>
                    <a:pt x="424825" y="369207"/>
                    <a:pt x="418845" y="357297"/>
                  </a:cubicBezTo>
                  <a:cubicBezTo>
                    <a:pt x="404547" y="331895"/>
                    <a:pt x="390200" y="282171"/>
                    <a:pt x="390200" y="190559"/>
                  </a:cubicBezTo>
                  <a:cubicBezTo>
                    <a:pt x="390200" y="99236"/>
                    <a:pt x="404457" y="49537"/>
                    <a:pt x="418711" y="24063"/>
                  </a:cubicBezTo>
                  <a:cubicBezTo>
                    <a:pt x="424819" y="13147"/>
                    <a:pt x="420746" y="0"/>
                    <a:pt x="414638" y="0"/>
                  </a:cubicBezTo>
                  <a:lnTo>
                    <a:pt x="361696" y="1"/>
                  </a:lnTo>
                  <a:moveTo>
                    <a:pt x="0" y="0"/>
                  </a:moveTo>
                  <a:lnTo>
                    <a:pt x="361711" y="0"/>
                  </a:lnTo>
                  <a:moveTo>
                    <a:pt x="361711" y="381117"/>
                  </a:moveTo>
                  <a:lnTo>
                    <a:pt x="0" y="381117"/>
                  </a:lnTo>
                </a:path>
              </a:pathLst>
            </a:custGeom>
            <a:noFill/>
            <a:ln w="6108">
              <a:solidFill>
                <a:srgbClr val="1AC6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Rounded Rectangle 15"/>
          <p:cNvSpPr/>
          <p:nvPr/>
        </p:nvSpPr>
        <p:spPr>
          <a:xfrm>
            <a:off x="848116" y="3444842"/>
            <a:ext cx="420692" cy="381117"/>
          </a:xfrm>
          <a:custGeom>
            <a:avLst/>
            <a:gdLst/>
            <a:ahLst/>
            <a:cxnLst/>
            <a:rect l="0" t="0" r="0" b="0"/>
            <a:pathLst>
              <a:path w="420692" h="381117">
                <a:moveTo>
                  <a:pt x="24432" y="0"/>
                </a:moveTo>
                <a:lnTo>
                  <a:pt x="16288" y="0"/>
                </a:lnTo>
                <a:cubicBezTo>
                  <a:pt x="7292" y="0"/>
                  <a:pt x="0" y="7292"/>
                  <a:pt x="0" y="16288"/>
                </a:cubicBezTo>
                <a:lnTo>
                  <a:pt x="0" y="24432"/>
                </a:lnTo>
                <a:moveTo>
                  <a:pt x="0" y="24432"/>
                </a:moveTo>
                <a:lnTo>
                  <a:pt x="0" y="356685"/>
                </a:lnTo>
                <a:moveTo>
                  <a:pt x="420692" y="24432"/>
                </a:moveTo>
                <a:lnTo>
                  <a:pt x="420692" y="356685"/>
                </a:lnTo>
                <a:moveTo>
                  <a:pt x="24432" y="0"/>
                </a:moveTo>
                <a:lnTo>
                  <a:pt x="396260" y="0"/>
                </a:lnTo>
                <a:moveTo>
                  <a:pt x="24432" y="381117"/>
                </a:moveTo>
                <a:lnTo>
                  <a:pt x="16288" y="381117"/>
                </a:lnTo>
                <a:cubicBezTo>
                  <a:pt x="7292" y="381117"/>
                  <a:pt x="0" y="373825"/>
                  <a:pt x="0" y="364829"/>
                </a:cubicBezTo>
                <a:lnTo>
                  <a:pt x="0" y="356685"/>
                </a:lnTo>
                <a:moveTo>
                  <a:pt x="396260" y="0"/>
                </a:moveTo>
                <a:lnTo>
                  <a:pt x="404404" y="0"/>
                </a:lnTo>
                <a:cubicBezTo>
                  <a:pt x="413400" y="0"/>
                  <a:pt x="420692" y="7292"/>
                  <a:pt x="420692" y="16288"/>
                </a:cubicBezTo>
                <a:lnTo>
                  <a:pt x="420692" y="24432"/>
                </a:lnTo>
                <a:moveTo>
                  <a:pt x="396260" y="381117"/>
                </a:moveTo>
                <a:lnTo>
                  <a:pt x="24432" y="381117"/>
                </a:lnTo>
                <a:moveTo>
                  <a:pt x="396260" y="381117"/>
                </a:moveTo>
                <a:lnTo>
                  <a:pt x="404404" y="381117"/>
                </a:lnTo>
                <a:cubicBezTo>
                  <a:pt x="413400" y="381117"/>
                  <a:pt x="420692" y="373825"/>
                  <a:pt x="420692" y="364829"/>
                </a:cubicBezTo>
                <a:lnTo>
                  <a:pt x="420692" y="356685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8116" y="3907401"/>
            <a:ext cx="475729" cy="381117"/>
          </a:xfrm>
          <a:custGeom>
            <a:avLst/>
            <a:gdLst/>
            <a:ahLst/>
            <a:cxnLst/>
            <a:rect l="0" t="0" r="0" b="0"/>
            <a:pathLst>
              <a:path w="475729" h="381117">
                <a:moveTo>
                  <a:pt x="24432" y="0"/>
                </a:moveTo>
                <a:lnTo>
                  <a:pt x="16288" y="0"/>
                </a:lnTo>
                <a:cubicBezTo>
                  <a:pt x="7292" y="0"/>
                  <a:pt x="0" y="7292"/>
                  <a:pt x="0" y="16288"/>
                </a:cubicBezTo>
                <a:lnTo>
                  <a:pt x="0" y="24432"/>
                </a:lnTo>
                <a:moveTo>
                  <a:pt x="0" y="24432"/>
                </a:moveTo>
                <a:lnTo>
                  <a:pt x="0" y="356685"/>
                </a:lnTo>
                <a:moveTo>
                  <a:pt x="475729" y="24432"/>
                </a:moveTo>
                <a:lnTo>
                  <a:pt x="475729" y="356685"/>
                </a:lnTo>
                <a:moveTo>
                  <a:pt x="24432" y="0"/>
                </a:moveTo>
                <a:lnTo>
                  <a:pt x="451296" y="0"/>
                </a:lnTo>
                <a:moveTo>
                  <a:pt x="24432" y="381117"/>
                </a:moveTo>
                <a:lnTo>
                  <a:pt x="16288" y="381117"/>
                </a:lnTo>
                <a:cubicBezTo>
                  <a:pt x="7292" y="381117"/>
                  <a:pt x="0" y="373825"/>
                  <a:pt x="0" y="364829"/>
                </a:cubicBezTo>
                <a:lnTo>
                  <a:pt x="0" y="356685"/>
                </a:lnTo>
                <a:moveTo>
                  <a:pt x="451296" y="0"/>
                </a:moveTo>
                <a:lnTo>
                  <a:pt x="459441" y="0"/>
                </a:lnTo>
                <a:cubicBezTo>
                  <a:pt x="468436" y="0"/>
                  <a:pt x="475729" y="7292"/>
                  <a:pt x="475729" y="16288"/>
                </a:cubicBezTo>
                <a:lnTo>
                  <a:pt x="475729" y="24432"/>
                </a:lnTo>
                <a:moveTo>
                  <a:pt x="451296" y="381117"/>
                </a:moveTo>
                <a:lnTo>
                  <a:pt x="24432" y="381117"/>
                </a:lnTo>
                <a:moveTo>
                  <a:pt x="451296" y="381117"/>
                </a:moveTo>
                <a:lnTo>
                  <a:pt x="459441" y="381117"/>
                </a:lnTo>
                <a:cubicBezTo>
                  <a:pt x="468436" y="381117"/>
                  <a:pt x="475729" y="373825"/>
                  <a:pt x="475729" y="364829"/>
                </a:cubicBezTo>
                <a:lnTo>
                  <a:pt x="475729" y="356685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97352" y="2704175"/>
            <a:ext cx="442834" cy="417706"/>
          </a:xfrm>
          <a:custGeom>
            <a:avLst/>
            <a:gdLst/>
            <a:ahLst/>
            <a:cxnLst/>
            <a:rect l="0" t="0" r="0" b="0"/>
            <a:pathLst>
              <a:path w="442834" h="417706">
                <a:moveTo>
                  <a:pt x="24432" y="0"/>
                </a:moveTo>
                <a:lnTo>
                  <a:pt x="16288" y="0"/>
                </a:lnTo>
                <a:cubicBezTo>
                  <a:pt x="7292" y="0"/>
                  <a:pt x="0" y="7292"/>
                  <a:pt x="0" y="16288"/>
                </a:cubicBezTo>
                <a:lnTo>
                  <a:pt x="0" y="24432"/>
                </a:lnTo>
                <a:moveTo>
                  <a:pt x="0" y="24432"/>
                </a:moveTo>
                <a:lnTo>
                  <a:pt x="0" y="364829"/>
                </a:lnTo>
                <a:moveTo>
                  <a:pt x="442834" y="24432"/>
                </a:moveTo>
                <a:lnTo>
                  <a:pt x="442834" y="364829"/>
                </a:lnTo>
                <a:moveTo>
                  <a:pt x="24432" y="0"/>
                </a:moveTo>
                <a:lnTo>
                  <a:pt x="418402" y="0"/>
                </a:lnTo>
                <a:moveTo>
                  <a:pt x="418402" y="0"/>
                </a:moveTo>
                <a:lnTo>
                  <a:pt x="426546" y="0"/>
                </a:lnTo>
                <a:cubicBezTo>
                  <a:pt x="435542" y="0"/>
                  <a:pt x="442834" y="7292"/>
                  <a:pt x="442834" y="16288"/>
                </a:cubicBezTo>
                <a:lnTo>
                  <a:pt x="442834" y="24432"/>
                </a:lnTo>
                <a:moveTo>
                  <a:pt x="442834" y="364829"/>
                </a:moveTo>
                <a:lnTo>
                  <a:pt x="442834" y="367625"/>
                </a:lnTo>
                <a:cubicBezTo>
                  <a:pt x="442834" y="379013"/>
                  <a:pt x="432717" y="387458"/>
                  <a:pt x="422490" y="385173"/>
                </a:cubicBezTo>
                <a:cubicBezTo>
                  <a:pt x="386989" y="377239"/>
                  <a:pt x="309091" y="365780"/>
                  <a:pt x="221417" y="390520"/>
                </a:cubicBezTo>
                <a:cubicBezTo>
                  <a:pt x="125071" y="417706"/>
                  <a:pt x="40532" y="401180"/>
                  <a:pt x="11085" y="393655"/>
                </a:cubicBezTo>
                <a:cubicBezTo>
                  <a:pt x="4431" y="391955"/>
                  <a:pt x="0" y="385426"/>
                  <a:pt x="0" y="377970"/>
                </a:cubicBezTo>
                <a:lnTo>
                  <a:pt x="0" y="364829"/>
                </a:lnTo>
              </a:path>
            </a:pathLst>
          </a:custGeom>
          <a:noFill/>
          <a:ln w="6108">
            <a:solidFill>
              <a:srgbClr val="44E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12500" y="3213563"/>
            <a:ext cx="400205" cy="381117"/>
          </a:xfrm>
          <a:custGeom>
            <a:avLst/>
            <a:gdLst/>
            <a:ahLst/>
            <a:cxnLst/>
            <a:rect l="0" t="0" r="0" b="0"/>
            <a:pathLst>
              <a:path w="400205" h="381117">
                <a:moveTo>
                  <a:pt x="24432" y="0"/>
                </a:moveTo>
                <a:lnTo>
                  <a:pt x="16288" y="0"/>
                </a:lnTo>
                <a:cubicBezTo>
                  <a:pt x="7292" y="0"/>
                  <a:pt x="0" y="7292"/>
                  <a:pt x="0" y="16288"/>
                </a:cubicBezTo>
                <a:lnTo>
                  <a:pt x="0" y="24432"/>
                </a:lnTo>
                <a:moveTo>
                  <a:pt x="0" y="24432"/>
                </a:moveTo>
                <a:lnTo>
                  <a:pt x="0" y="356685"/>
                </a:lnTo>
                <a:moveTo>
                  <a:pt x="400205" y="24432"/>
                </a:moveTo>
                <a:lnTo>
                  <a:pt x="400205" y="356685"/>
                </a:lnTo>
                <a:moveTo>
                  <a:pt x="24432" y="0"/>
                </a:moveTo>
                <a:lnTo>
                  <a:pt x="375773" y="0"/>
                </a:lnTo>
                <a:moveTo>
                  <a:pt x="24432" y="381117"/>
                </a:moveTo>
                <a:lnTo>
                  <a:pt x="16288" y="381117"/>
                </a:lnTo>
                <a:cubicBezTo>
                  <a:pt x="7292" y="381117"/>
                  <a:pt x="0" y="373825"/>
                  <a:pt x="0" y="364829"/>
                </a:cubicBezTo>
                <a:lnTo>
                  <a:pt x="0" y="356685"/>
                </a:lnTo>
                <a:moveTo>
                  <a:pt x="375773" y="0"/>
                </a:moveTo>
                <a:lnTo>
                  <a:pt x="383917" y="0"/>
                </a:lnTo>
                <a:cubicBezTo>
                  <a:pt x="392912" y="0"/>
                  <a:pt x="400205" y="7292"/>
                  <a:pt x="400205" y="16288"/>
                </a:cubicBezTo>
                <a:lnTo>
                  <a:pt x="400205" y="24432"/>
                </a:lnTo>
                <a:moveTo>
                  <a:pt x="375773" y="381117"/>
                </a:moveTo>
                <a:lnTo>
                  <a:pt x="24432" y="381117"/>
                </a:lnTo>
                <a:moveTo>
                  <a:pt x="375773" y="381117"/>
                </a:moveTo>
                <a:lnTo>
                  <a:pt x="383917" y="381117"/>
                </a:lnTo>
                <a:cubicBezTo>
                  <a:pt x="392912" y="381117"/>
                  <a:pt x="400205" y="373825"/>
                  <a:pt x="400205" y="364829"/>
                </a:cubicBezTo>
                <a:lnTo>
                  <a:pt x="400205" y="356685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22" name="Group 21"/>
          <p:cNvGrpSpPr/>
          <p:nvPr/>
        </p:nvGrpSpPr>
        <p:grpSpPr>
          <a:xfrm>
            <a:off x="1314428" y="3146374"/>
            <a:ext cx="296445" cy="52936"/>
            <a:chOff x="857228" y="904375"/>
            <a:chExt cx="296445" cy="52936"/>
          </a:xfrm>
        </p:grpSpPr>
        <p:sp>
          <p:nvSpPr>
            <p:cNvPr id="20" name="Rounded Rectangle 19"/>
            <p:cNvSpPr/>
            <p:nvPr/>
          </p:nvSpPr>
          <p:spPr>
            <a:xfrm>
              <a:off x="857228" y="930843"/>
              <a:ext cx="294449" cy="4072"/>
            </a:xfrm>
            <a:custGeom>
              <a:avLst/>
              <a:gdLst/>
              <a:ahLst/>
              <a:cxnLst/>
              <a:rect l="0" t="0" r="0" b="0"/>
              <a:pathLst>
                <a:path w="294449" h="4072">
                  <a:moveTo>
                    <a:pt x="0" y="0"/>
                  </a:moveTo>
                  <a:lnTo>
                    <a:pt x="294449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127205" y="904375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090153" y="3146374"/>
            <a:ext cx="287078" cy="52936"/>
            <a:chOff x="1632953" y="904375"/>
            <a:chExt cx="287078" cy="52936"/>
          </a:xfrm>
        </p:grpSpPr>
        <p:sp>
          <p:nvSpPr>
            <p:cNvPr id="23" name="Rounded Rectangle 22"/>
            <p:cNvSpPr/>
            <p:nvPr/>
          </p:nvSpPr>
          <p:spPr>
            <a:xfrm>
              <a:off x="1632953" y="930843"/>
              <a:ext cx="285043" cy="4072"/>
            </a:xfrm>
            <a:custGeom>
              <a:avLst/>
              <a:gdLst/>
              <a:ahLst/>
              <a:cxnLst/>
              <a:rect l="0" t="0" r="0" b="0"/>
              <a:pathLst>
                <a:path w="285043" h="4072">
                  <a:moveTo>
                    <a:pt x="0" y="0"/>
                  </a:moveTo>
                  <a:lnTo>
                    <a:pt x="285043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893563" y="904375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2922249" y="3146374"/>
            <a:ext cx="287079" cy="52936"/>
            <a:chOff x="2465049" y="904375"/>
            <a:chExt cx="287079" cy="52936"/>
          </a:xfrm>
        </p:grpSpPr>
        <p:sp>
          <p:nvSpPr>
            <p:cNvPr id="26" name="Rounded Rectangle 25"/>
            <p:cNvSpPr/>
            <p:nvPr/>
          </p:nvSpPr>
          <p:spPr>
            <a:xfrm>
              <a:off x="2465049" y="930843"/>
              <a:ext cx="285043" cy="4072"/>
            </a:xfrm>
            <a:custGeom>
              <a:avLst/>
              <a:gdLst/>
              <a:ahLst/>
              <a:cxnLst/>
              <a:rect l="0" t="0" r="0" b="0"/>
              <a:pathLst>
                <a:path w="285043" h="4072">
                  <a:moveTo>
                    <a:pt x="0" y="0"/>
                  </a:moveTo>
                  <a:lnTo>
                    <a:pt x="285043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725660" y="904375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3745629" y="3146374"/>
            <a:ext cx="287079" cy="52936"/>
            <a:chOff x="3288429" y="904375"/>
            <a:chExt cx="287079" cy="52936"/>
          </a:xfrm>
        </p:grpSpPr>
        <p:sp>
          <p:nvSpPr>
            <p:cNvPr id="29" name="Rounded Rectangle 28"/>
            <p:cNvSpPr/>
            <p:nvPr/>
          </p:nvSpPr>
          <p:spPr>
            <a:xfrm>
              <a:off x="3288429" y="930843"/>
              <a:ext cx="285043" cy="4072"/>
            </a:xfrm>
            <a:custGeom>
              <a:avLst/>
              <a:gdLst/>
              <a:ahLst/>
              <a:cxnLst/>
              <a:rect l="0" t="0" r="0" b="0"/>
              <a:pathLst>
                <a:path w="285043" h="4072">
                  <a:moveTo>
                    <a:pt x="0" y="0"/>
                  </a:moveTo>
                  <a:lnTo>
                    <a:pt x="285043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549040" y="904375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4551258" y="3146374"/>
            <a:ext cx="287078" cy="52936"/>
            <a:chOff x="4094058" y="904375"/>
            <a:chExt cx="287078" cy="52936"/>
          </a:xfrm>
        </p:grpSpPr>
        <p:sp>
          <p:nvSpPr>
            <p:cNvPr id="32" name="Rounded Rectangle 31"/>
            <p:cNvSpPr/>
            <p:nvPr/>
          </p:nvSpPr>
          <p:spPr>
            <a:xfrm>
              <a:off x="4094058" y="930843"/>
              <a:ext cx="285043" cy="4072"/>
            </a:xfrm>
            <a:custGeom>
              <a:avLst/>
              <a:gdLst/>
              <a:ahLst/>
              <a:cxnLst/>
              <a:rect l="0" t="0" r="0" b="0"/>
              <a:pathLst>
                <a:path w="285043" h="4072">
                  <a:moveTo>
                    <a:pt x="0" y="0"/>
                  </a:moveTo>
                  <a:lnTo>
                    <a:pt x="285043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354668" y="904375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298223" y="3146374"/>
            <a:ext cx="287079" cy="52936"/>
            <a:chOff x="4841023" y="904375"/>
            <a:chExt cx="287079" cy="52936"/>
          </a:xfrm>
        </p:grpSpPr>
        <p:sp>
          <p:nvSpPr>
            <p:cNvPr id="35" name="Rounded Rectangle 34"/>
            <p:cNvSpPr/>
            <p:nvPr/>
          </p:nvSpPr>
          <p:spPr>
            <a:xfrm>
              <a:off x="4841023" y="930843"/>
              <a:ext cx="285043" cy="4072"/>
            </a:xfrm>
            <a:custGeom>
              <a:avLst/>
              <a:gdLst/>
              <a:ahLst/>
              <a:cxnLst/>
              <a:rect l="0" t="0" r="0" b="0"/>
              <a:pathLst>
                <a:path w="285043" h="4072">
                  <a:moveTo>
                    <a:pt x="0" y="0"/>
                  </a:moveTo>
                  <a:lnTo>
                    <a:pt x="285043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5101634" y="904375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6119312" y="2880482"/>
            <a:ext cx="287079" cy="292372"/>
            <a:chOff x="5662112" y="638483"/>
            <a:chExt cx="287079" cy="292372"/>
          </a:xfrm>
        </p:grpSpPr>
        <p:sp>
          <p:nvSpPr>
            <p:cNvPr id="38" name="Rounded Rectangle 37"/>
            <p:cNvSpPr/>
            <p:nvPr/>
          </p:nvSpPr>
          <p:spPr>
            <a:xfrm>
              <a:off x="5662112" y="664951"/>
              <a:ext cx="285043" cy="265904"/>
            </a:xfrm>
            <a:custGeom>
              <a:avLst/>
              <a:gdLst/>
              <a:ahLst/>
              <a:cxnLst/>
              <a:rect l="0" t="0" r="0" b="0"/>
              <a:pathLst>
                <a:path w="285043" h="265904">
                  <a:moveTo>
                    <a:pt x="0" y="265904"/>
                  </a:moveTo>
                  <a:lnTo>
                    <a:pt x="97729" y="265904"/>
                  </a:lnTo>
                  <a:cubicBezTo>
                    <a:pt x="124726" y="265904"/>
                    <a:pt x="146593" y="243996"/>
                    <a:pt x="146593" y="217039"/>
                  </a:cubicBezTo>
                  <a:lnTo>
                    <a:pt x="146593" y="48864"/>
                  </a:lnTo>
                  <a:cubicBezTo>
                    <a:pt x="146593" y="21866"/>
                    <a:pt x="168460" y="0"/>
                    <a:pt x="195458" y="0"/>
                  </a:cubicBezTo>
                  <a:lnTo>
                    <a:pt x="285043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5922723" y="638483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927104" y="2880482"/>
            <a:ext cx="287079" cy="52936"/>
            <a:chOff x="6469904" y="638483"/>
            <a:chExt cx="287079" cy="52936"/>
          </a:xfrm>
        </p:grpSpPr>
        <p:sp>
          <p:nvSpPr>
            <p:cNvPr id="41" name="Rounded Rectangle 40"/>
            <p:cNvSpPr/>
            <p:nvPr/>
          </p:nvSpPr>
          <p:spPr>
            <a:xfrm>
              <a:off x="6469904" y="664951"/>
              <a:ext cx="285043" cy="4072"/>
            </a:xfrm>
            <a:custGeom>
              <a:avLst/>
              <a:gdLst/>
              <a:ahLst/>
              <a:cxnLst/>
              <a:rect l="0" t="0" r="0" b="0"/>
              <a:pathLst>
                <a:path w="285043" h="4072">
                  <a:moveTo>
                    <a:pt x="0" y="0"/>
                  </a:moveTo>
                  <a:lnTo>
                    <a:pt x="285043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6730515" y="638483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704164" y="2880482"/>
            <a:ext cx="287079" cy="52936"/>
            <a:chOff x="7246964" y="638483"/>
            <a:chExt cx="287079" cy="52936"/>
          </a:xfrm>
        </p:grpSpPr>
        <p:sp>
          <p:nvSpPr>
            <p:cNvPr id="44" name="Rounded Rectangle 43"/>
            <p:cNvSpPr/>
            <p:nvPr/>
          </p:nvSpPr>
          <p:spPr>
            <a:xfrm>
              <a:off x="7246964" y="664951"/>
              <a:ext cx="285043" cy="4072"/>
            </a:xfrm>
            <a:custGeom>
              <a:avLst/>
              <a:gdLst/>
              <a:ahLst/>
              <a:cxnLst/>
              <a:rect l="0" t="0" r="0" b="0"/>
              <a:pathLst>
                <a:path w="285043" h="4072">
                  <a:moveTo>
                    <a:pt x="0" y="0"/>
                  </a:moveTo>
                  <a:lnTo>
                    <a:pt x="285043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Rounded Rectangle 44"/>
            <p:cNvSpPr/>
            <p:nvPr/>
          </p:nvSpPr>
          <p:spPr>
            <a:xfrm>
              <a:off x="7507575" y="638483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5444817" y="2906950"/>
            <a:ext cx="3141948" cy="818032"/>
            <a:chOff x="4987617" y="664951"/>
            <a:chExt cx="3141948" cy="818032"/>
          </a:xfrm>
        </p:grpSpPr>
        <p:sp>
          <p:nvSpPr>
            <p:cNvPr id="47" name="Rounded Rectangle 46"/>
            <p:cNvSpPr/>
            <p:nvPr/>
          </p:nvSpPr>
          <p:spPr>
            <a:xfrm>
              <a:off x="4987617" y="664951"/>
              <a:ext cx="3141948" cy="818032"/>
            </a:xfrm>
            <a:custGeom>
              <a:avLst/>
              <a:gdLst/>
              <a:ahLst/>
              <a:cxnLst/>
              <a:rect l="0" t="0" r="0" b="0"/>
              <a:pathLst>
                <a:path w="3141948" h="818032">
                  <a:moveTo>
                    <a:pt x="2995354" y="0"/>
                  </a:moveTo>
                  <a:lnTo>
                    <a:pt x="3093083" y="0"/>
                  </a:lnTo>
                  <a:cubicBezTo>
                    <a:pt x="3120081" y="0"/>
                    <a:pt x="3141948" y="21866"/>
                    <a:pt x="3141948" y="48864"/>
                  </a:cubicBezTo>
                  <a:lnTo>
                    <a:pt x="3141948" y="769168"/>
                  </a:lnTo>
                  <a:cubicBezTo>
                    <a:pt x="3141948" y="796165"/>
                    <a:pt x="3120081" y="818032"/>
                    <a:pt x="3093083" y="818032"/>
                  </a:cubicBezTo>
                  <a:lnTo>
                    <a:pt x="48864" y="818032"/>
                  </a:lnTo>
                  <a:cubicBezTo>
                    <a:pt x="21866" y="818032"/>
                    <a:pt x="0" y="796165"/>
                    <a:pt x="0" y="769168"/>
                  </a:cubicBezTo>
                  <a:lnTo>
                    <a:pt x="0" y="314768"/>
                  </a:lnTo>
                  <a:cubicBezTo>
                    <a:pt x="0" y="287771"/>
                    <a:pt x="21866" y="265904"/>
                    <a:pt x="48864" y="265904"/>
                  </a:cubicBezTo>
                  <a:lnTo>
                    <a:pt x="138449" y="265904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ounded Rectangle 47"/>
            <p:cNvSpPr/>
            <p:nvPr/>
          </p:nvSpPr>
          <p:spPr>
            <a:xfrm>
              <a:off x="5101634" y="904388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119312" y="3172842"/>
            <a:ext cx="287079" cy="257760"/>
            <a:chOff x="5662112" y="930843"/>
            <a:chExt cx="287079" cy="257760"/>
          </a:xfrm>
        </p:grpSpPr>
        <p:sp>
          <p:nvSpPr>
            <p:cNvPr id="50" name="Rounded Rectangle 49"/>
            <p:cNvSpPr/>
            <p:nvPr/>
          </p:nvSpPr>
          <p:spPr>
            <a:xfrm>
              <a:off x="5662112" y="930843"/>
              <a:ext cx="285043" cy="231292"/>
            </a:xfrm>
            <a:custGeom>
              <a:avLst/>
              <a:gdLst/>
              <a:ahLst/>
              <a:cxnLst/>
              <a:rect l="0" t="0" r="0" b="0"/>
              <a:pathLst>
                <a:path w="285043" h="231292">
                  <a:moveTo>
                    <a:pt x="0" y="0"/>
                  </a:moveTo>
                  <a:lnTo>
                    <a:pt x="97729" y="0"/>
                  </a:lnTo>
                  <a:cubicBezTo>
                    <a:pt x="124726" y="0"/>
                    <a:pt x="146593" y="21866"/>
                    <a:pt x="146593" y="48864"/>
                  </a:cubicBezTo>
                  <a:lnTo>
                    <a:pt x="146593" y="182427"/>
                  </a:lnTo>
                  <a:cubicBezTo>
                    <a:pt x="146593" y="209384"/>
                    <a:pt x="168460" y="231292"/>
                    <a:pt x="195458" y="231292"/>
                  </a:cubicBezTo>
                  <a:lnTo>
                    <a:pt x="285043" y="231292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5922723" y="1135667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554929" y="3146374"/>
            <a:ext cx="6404387" cy="1272431"/>
            <a:chOff x="97729" y="904375"/>
            <a:chExt cx="6404387" cy="1272431"/>
          </a:xfrm>
        </p:grpSpPr>
        <p:sp>
          <p:nvSpPr>
            <p:cNvPr id="53" name="Rounded Rectangle 52"/>
            <p:cNvSpPr/>
            <p:nvPr/>
          </p:nvSpPr>
          <p:spPr>
            <a:xfrm>
              <a:off x="97729" y="930843"/>
              <a:ext cx="6404387" cy="1245963"/>
            </a:xfrm>
            <a:custGeom>
              <a:avLst/>
              <a:gdLst/>
              <a:ahLst/>
              <a:cxnLst/>
              <a:rect l="0" t="0" r="0" b="0"/>
              <a:pathLst>
                <a:path w="6404387" h="1245963">
                  <a:moveTo>
                    <a:pt x="6257794" y="231292"/>
                  </a:moveTo>
                  <a:lnTo>
                    <a:pt x="6355523" y="231292"/>
                  </a:lnTo>
                  <a:cubicBezTo>
                    <a:pt x="6382480" y="231292"/>
                    <a:pt x="6404387" y="253158"/>
                    <a:pt x="6404387" y="280156"/>
                  </a:cubicBezTo>
                  <a:lnTo>
                    <a:pt x="6404387" y="1197099"/>
                  </a:lnTo>
                  <a:cubicBezTo>
                    <a:pt x="6404387" y="1224097"/>
                    <a:pt x="6382480" y="1245963"/>
                    <a:pt x="6355523" y="1245963"/>
                  </a:cubicBezTo>
                  <a:lnTo>
                    <a:pt x="48864" y="1245963"/>
                  </a:lnTo>
                  <a:cubicBezTo>
                    <a:pt x="21866" y="1245963"/>
                    <a:pt x="0" y="1224097"/>
                    <a:pt x="0" y="1197099"/>
                  </a:cubicBezTo>
                  <a:lnTo>
                    <a:pt x="0" y="48864"/>
                  </a:lnTo>
                  <a:cubicBezTo>
                    <a:pt x="0" y="21866"/>
                    <a:pt x="21866" y="0"/>
                    <a:pt x="48864" y="0"/>
                  </a:cubicBezTo>
                  <a:lnTo>
                    <a:pt x="285043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358339" y="904375"/>
              <a:ext cx="26468" cy="52936"/>
            </a:xfrm>
            <a:custGeom>
              <a:avLst/>
              <a:gdLst/>
              <a:ahLst/>
              <a:cxnLst/>
              <a:rect l="0" t="0" r="0" b="0"/>
              <a:pathLst>
                <a:path w="26468" h="52936">
                  <a:moveTo>
                    <a:pt x="0" y="52936"/>
                  </a:moveTo>
                  <a:lnTo>
                    <a:pt x="26468" y="26468"/>
                  </a:lnTo>
                  <a:lnTo>
                    <a:pt x="0" y="0"/>
                  </a:lnTo>
                </a:path>
              </a:pathLst>
            </a:custGeom>
            <a:noFill/>
            <a:ln w="6108">
              <a:solidFill>
                <a:srgbClr val="FFFFFF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6" name="Rounded Rectangle 55"/>
          <p:cNvSpPr/>
          <p:nvPr/>
        </p:nvSpPr>
        <p:spPr>
          <a:xfrm>
            <a:off x="5025088" y="3020968"/>
            <a:ext cx="92781" cy="93657"/>
          </a:xfrm>
          <a:custGeom>
            <a:avLst/>
            <a:gdLst/>
            <a:ahLst/>
            <a:cxnLst/>
            <a:rect l="0" t="0" r="0" b="0"/>
            <a:pathLst>
              <a:path w="92781" h="93657">
                <a:moveTo>
                  <a:pt x="32576" y="16288"/>
                </a:moveTo>
                <a:cubicBezTo>
                  <a:pt x="32576" y="25283"/>
                  <a:pt x="25283" y="32576"/>
                  <a:pt x="16288" y="32576"/>
                </a:cubicBezTo>
                <a:cubicBezTo>
                  <a:pt x="7292" y="32576"/>
                  <a:pt x="0" y="25283"/>
                  <a:pt x="0" y="16288"/>
                </a:cubicBezTo>
                <a:cubicBezTo>
                  <a:pt x="0" y="7292"/>
                  <a:pt x="7292" y="0"/>
                  <a:pt x="16288" y="0"/>
                </a:cubicBezTo>
                <a:cubicBezTo>
                  <a:pt x="25283" y="0"/>
                  <a:pt x="32576" y="7292"/>
                  <a:pt x="32576" y="16288"/>
                </a:cubicBezTo>
                <a:close/>
                <a:moveTo>
                  <a:pt x="27803" y="27803"/>
                </a:moveTo>
                <a:lnTo>
                  <a:pt x="40720" y="40720"/>
                </a:lnTo>
                <a:moveTo>
                  <a:pt x="81440" y="52936"/>
                </a:moveTo>
                <a:lnTo>
                  <a:pt x="12216" y="52936"/>
                </a:lnTo>
                <a:lnTo>
                  <a:pt x="12216" y="89584"/>
                </a:lnTo>
                <a:cubicBezTo>
                  <a:pt x="12216" y="91833"/>
                  <a:pt x="14039" y="93657"/>
                  <a:pt x="16288" y="93657"/>
                </a:cubicBezTo>
                <a:lnTo>
                  <a:pt x="77368" y="93657"/>
                </a:lnTo>
                <a:cubicBezTo>
                  <a:pt x="79617" y="93657"/>
                  <a:pt x="81440" y="91833"/>
                  <a:pt x="81440" y="89584"/>
                </a:cubicBezTo>
                <a:close/>
                <a:moveTo>
                  <a:pt x="81440" y="52936"/>
                </a:moveTo>
                <a:lnTo>
                  <a:pt x="12216" y="52936"/>
                </a:lnTo>
                <a:lnTo>
                  <a:pt x="15599" y="42780"/>
                </a:lnTo>
                <a:moveTo>
                  <a:pt x="40720" y="28504"/>
                </a:moveTo>
                <a:lnTo>
                  <a:pt x="50888" y="28504"/>
                </a:lnTo>
                <a:moveTo>
                  <a:pt x="48864" y="77368"/>
                </a:moveTo>
                <a:lnTo>
                  <a:pt x="73296" y="77368"/>
                </a:lnTo>
                <a:lnTo>
                  <a:pt x="73296" y="85512"/>
                </a:lnTo>
                <a:lnTo>
                  <a:pt x="48864" y="85512"/>
                </a:lnTo>
                <a:close/>
                <a:moveTo>
                  <a:pt x="87402" y="38142"/>
                </a:moveTo>
                <a:cubicBezTo>
                  <a:pt x="88376" y="38705"/>
                  <a:pt x="89621" y="38371"/>
                  <a:pt x="90183" y="37397"/>
                </a:cubicBezTo>
                <a:lnTo>
                  <a:pt x="92219" y="33871"/>
                </a:lnTo>
                <a:cubicBezTo>
                  <a:pt x="92781" y="32897"/>
                  <a:pt x="92448" y="31652"/>
                  <a:pt x="91474" y="31090"/>
                </a:cubicBezTo>
                <a:lnTo>
                  <a:pt x="89165" y="29758"/>
                </a:lnTo>
                <a:cubicBezTo>
                  <a:pt x="89721" y="27602"/>
                  <a:pt x="89721" y="25341"/>
                  <a:pt x="89165" y="23186"/>
                </a:cubicBezTo>
                <a:lnTo>
                  <a:pt x="91470" y="21854"/>
                </a:lnTo>
                <a:cubicBezTo>
                  <a:pt x="92444" y="21292"/>
                  <a:pt x="92777" y="20047"/>
                  <a:pt x="92215" y="19073"/>
                </a:cubicBezTo>
                <a:lnTo>
                  <a:pt x="90179" y="15547"/>
                </a:lnTo>
                <a:cubicBezTo>
                  <a:pt x="89618" y="14571"/>
                  <a:pt x="88373" y="14236"/>
                  <a:pt x="87398" y="14797"/>
                </a:cubicBezTo>
                <a:lnTo>
                  <a:pt x="85093" y="16129"/>
                </a:lnTo>
                <a:cubicBezTo>
                  <a:pt x="83473" y="14613"/>
                  <a:pt x="81521" y="13497"/>
                  <a:pt x="79392" y="12871"/>
                </a:cubicBezTo>
                <a:lnTo>
                  <a:pt x="79392" y="10180"/>
                </a:lnTo>
                <a:cubicBezTo>
                  <a:pt x="79392" y="9055"/>
                  <a:pt x="78481" y="8144"/>
                  <a:pt x="77356" y="8144"/>
                </a:cubicBezTo>
                <a:lnTo>
                  <a:pt x="73284" y="8144"/>
                </a:lnTo>
                <a:cubicBezTo>
                  <a:pt x="72160" y="8144"/>
                  <a:pt x="71248" y="9055"/>
                  <a:pt x="71248" y="10180"/>
                </a:cubicBezTo>
                <a:lnTo>
                  <a:pt x="71248" y="12875"/>
                </a:lnTo>
                <a:cubicBezTo>
                  <a:pt x="69120" y="13502"/>
                  <a:pt x="67167" y="14617"/>
                  <a:pt x="65547" y="16133"/>
                </a:cubicBezTo>
                <a:lnTo>
                  <a:pt x="63242" y="14801"/>
                </a:lnTo>
                <a:cubicBezTo>
                  <a:pt x="62268" y="14240"/>
                  <a:pt x="61022" y="14575"/>
                  <a:pt x="60461" y="15551"/>
                </a:cubicBezTo>
                <a:lnTo>
                  <a:pt x="58425" y="19077"/>
                </a:lnTo>
                <a:cubicBezTo>
                  <a:pt x="57863" y="20051"/>
                  <a:pt x="58197" y="21296"/>
                  <a:pt x="59170" y="21858"/>
                </a:cubicBezTo>
                <a:lnTo>
                  <a:pt x="61475" y="23190"/>
                </a:lnTo>
                <a:cubicBezTo>
                  <a:pt x="60923" y="25346"/>
                  <a:pt x="60923" y="27606"/>
                  <a:pt x="61475" y="29762"/>
                </a:cubicBezTo>
                <a:lnTo>
                  <a:pt x="59166" y="31094"/>
                </a:lnTo>
                <a:cubicBezTo>
                  <a:pt x="58210" y="31670"/>
                  <a:pt x="57895" y="32908"/>
                  <a:pt x="58462" y="33871"/>
                </a:cubicBezTo>
                <a:lnTo>
                  <a:pt x="60498" y="37397"/>
                </a:lnTo>
                <a:cubicBezTo>
                  <a:pt x="61060" y="38371"/>
                  <a:pt x="62305" y="38705"/>
                  <a:pt x="63279" y="38142"/>
                </a:cubicBezTo>
                <a:lnTo>
                  <a:pt x="65588" y="36811"/>
                </a:lnTo>
                <a:cubicBezTo>
                  <a:pt x="67210" y="38324"/>
                  <a:pt x="69161" y="39440"/>
                  <a:pt x="71289" y="40068"/>
                </a:cubicBezTo>
                <a:lnTo>
                  <a:pt x="71289" y="42756"/>
                </a:lnTo>
                <a:cubicBezTo>
                  <a:pt x="71289" y="43880"/>
                  <a:pt x="72200" y="44792"/>
                  <a:pt x="73325" y="44792"/>
                </a:cubicBezTo>
                <a:lnTo>
                  <a:pt x="77397" y="44792"/>
                </a:lnTo>
                <a:cubicBezTo>
                  <a:pt x="78521" y="44792"/>
                  <a:pt x="79433" y="43880"/>
                  <a:pt x="79433" y="42756"/>
                </a:cubicBezTo>
                <a:lnTo>
                  <a:pt x="79433" y="40060"/>
                </a:lnTo>
                <a:cubicBezTo>
                  <a:pt x="81561" y="39433"/>
                  <a:pt x="83513" y="38317"/>
                  <a:pt x="85134" y="36803"/>
                </a:cubicBezTo>
                <a:close/>
                <a:moveTo>
                  <a:pt x="69224" y="26468"/>
                </a:moveTo>
                <a:lnTo>
                  <a:pt x="69224" y="26468"/>
                </a:lnTo>
                <a:cubicBezTo>
                  <a:pt x="69224" y="23094"/>
                  <a:pt x="71959" y="20360"/>
                  <a:pt x="75332" y="20360"/>
                </a:cubicBezTo>
                <a:cubicBezTo>
                  <a:pt x="78706" y="20360"/>
                  <a:pt x="81440" y="23094"/>
                  <a:pt x="81440" y="26468"/>
                </a:cubicBezTo>
                <a:cubicBezTo>
                  <a:pt x="81440" y="29841"/>
                  <a:pt x="78706" y="32576"/>
                  <a:pt x="75332" y="32576"/>
                </a:cubicBezTo>
                <a:cubicBezTo>
                  <a:pt x="71959" y="32576"/>
                  <a:pt x="69224" y="29841"/>
                  <a:pt x="69224" y="26468"/>
                </a:cubicBezTo>
                <a:close/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816697" y="3020964"/>
            <a:ext cx="73276" cy="93661"/>
          </a:xfrm>
          <a:custGeom>
            <a:avLst/>
            <a:gdLst/>
            <a:ahLst/>
            <a:cxnLst/>
            <a:rect l="0" t="0" r="0" b="0"/>
            <a:pathLst>
              <a:path w="73276" h="93661">
                <a:moveTo>
                  <a:pt x="0" y="36648"/>
                </a:moveTo>
                <a:lnTo>
                  <a:pt x="0" y="46828"/>
                </a:lnTo>
                <a:moveTo>
                  <a:pt x="0" y="57008"/>
                </a:moveTo>
                <a:lnTo>
                  <a:pt x="0" y="67188"/>
                </a:lnTo>
                <a:moveTo>
                  <a:pt x="0" y="20364"/>
                </a:moveTo>
                <a:lnTo>
                  <a:pt x="0" y="24436"/>
                </a:lnTo>
                <a:cubicBezTo>
                  <a:pt x="0" y="26685"/>
                  <a:pt x="1823" y="28508"/>
                  <a:pt x="4072" y="28508"/>
                </a:cubicBezTo>
                <a:lnTo>
                  <a:pt x="8144" y="28508"/>
                </a:lnTo>
                <a:moveTo>
                  <a:pt x="0" y="77372"/>
                </a:moveTo>
                <a:lnTo>
                  <a:pt x="0" y="81444"/>
                </a:lnTo>
                <a:cubicBezTo>
                  <a:pt x="0" y="83693"/>
                  <a:pt x="1823" y="85516"/>
                  <a:pt x="4072" y="85516"/>
                </a:cubicBezTo>
                <a:lnTo>
                  <a:pt x="8144" y="85516"/>
                </a:lnTo>
                <a:moveTo>
                  <a:pt x="18303" y="28504"/>
                </a:moveTo>
                <a:lnTo>
                  <a:pt x="30519" y="28504"/>
                </a:lnTo>
                <a:moveTo>
                  <a:pt x="18303" y="85512"/>
                </a:moveTo>
                <a:lnTo>
                  <a:pt x="30519" y="85512"/>
                </a:lnTo>
                <a:moveTo>
                  <a:pt x="0" y="0"/>
                </a:moveTo>
                <a:lnTo>
                  <a:pt x="0" y="10180"/>
                </a:lnTo>
                <a:moveTo>
                  <a:pt x="73276" y="36652"/>
                </a:moveTo>
                <a:cubicBezTo>
                  <a:pt x="73276" y="38901"/>
                  <a:pt x="71453" y="40724"/>
                  <a:pt x="69204" y="40724"/>
                </a:cubicBezTo>
                <a:lnTo>
                  <a:pt x="44772" y="40724"/>
                </a:lnTo>
                <a:cubicBezTo>
                  <a:pt x="42523" y="40724"/>
                  <a:pt x="40700" y="38901"/>
                  <a:pt x="40700" y="36652"/>
                </a:cubicBezTo>
                <a:lnTo>
                  <a:pt x="40700" y="4076"/>
                </a:lnTo>
                <a:cubicBezTo>
                  <a:pt x="40700" y="1827"/>
                  <a:pt x="42523" y="4"/>
                  <a:pt x="44772" y="4"/>
                </a:cubicBezTo>
                <a:lnTo>
                  <a:pt x="56988" y="4"/>
                </a:lnTo>
                <a:cubicBezTo>
                  <a:pt x="59565" y="143"/>
                  <a:pt x="62017" y="1159"/>
                  <a:pt x="63939" y="2883"/>
                </a:cubicBezTo>
                <a:lnTo>
                  <a:pt x="70397" y="9341"/>
                </a:lnTo>
                <a:cubicBezTo>
                  <a:pt x="72120" y="11262"/>
                  <a:pt x="73136" y="13714"/>
                  <a:pt x="73276" y="16292"/>
                </a:cubicBezTo>
                <a:close/>
                <a:moveTo>
                  <a:pt x="59024" y="285"/>
                </a:moveTo>
                <a:lnTo>
                  <a:pt x="59024" y="10184"/>
                </a:lnTo>
                <a:cubicBezTo>
                  <a:pt x="59024" y="12433"/>
                  <a:pt x="60847" y="14256"/>
                  <a:pt x="63096" y="14256"/>
                </a:cubicBezTo>
                <a:lnTo>
                  <a:pt x="72987" y="14256"/>
                </a:lnTo>
                <a:moveTo>
                  <a:pt x="73276" y="89589"/>
                </a:moveTo>
                <a:cubicBezTo>
                  <a:pt x="73276" y="91837"/>
                  <a:pt x="71453" y="93661"/>
                  <a:pt x="69204" y="93661"/>
                </a:cubicBezTo>
                <a:lnTo>
                  <a:pt x="44772" y="93661"/>
                </a:lnTo>
                <a:cubicBezTo>
                  <a:pt x="42523" y="93661"/>
                  <a:pt x="40700" y="91837"/>
                  <a:pt x="40700" y="89589"/>
                </a:cubicBezTo>
                <a:lnTo>
                  <a:pt x="40700" y="57012"/>
                </a:lnTo>
                <a:cubicBezTo>
                  <a:pt x="40700" y="54763"/>
                  <a:pt x="42523" y="52940"/>
                  <a:pt x="44772" y="52940"/>
                </a:cubicBezTo>
                <a:lnTo>
                  <a:pt x="57452" y="52940"/>
                </a:lnTo>
                <a:cubicBezTo>
                  <a:pt x="59763" y="52940"/>
                  <a:pt x="61979" y="53859"/>
                  <a:pt x="63613" y="55493"/>
                </a:cubicBezTo>
                <a:lnTo>
                  <a:pt x="70397" y="62277"/>
                </a:lnTo>
                <a:cubicBezTo>
                  <a:pt x="72120" y="64199"/>
                  <a:pt x="73136" y="66651"/>
                  <a:pt x="73276" y="69228"/>
                </a:cubicBezTo>
                <a:close/>
                <a:moveTo>
                  <a:pt x="59024" y="53087"/>
                </a:moveTo>
                <a:lnTo>
                  <a:pt x="59024" y="63120"/>
                </a:lnTo>
                <a:cubicBezTo>
                  <a:pt x="59024" y="65369"/>
                  <a:pt x="60847" y="67192"/>
                  <a:pt x="63096" y="67192"/>
                </a:cubicBezTo>
                <a:lnTo>
                  <a:pt x="72991" y="67192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0" name="Group 59"/>
          <p:cNvGrpSpPr/>
          <p:nvPr/>
        </p:nvGrpSpPr>
        <p:grpSpPr>
          <a:xfrm>
            <a:off x="7289516" y="2958271"/>
            <a:ext cx="345423" cy="102590"/>
            <a:chOff x="6832316" y="716272"/>
            <a:chExt cx="345423" cy="102590"/>
          </a:xfrm>
        </p:grpSpPr>
        <p:sp>
          <p:nvSpPr>
            <p:cNvPr id="58" name="TextBox 57"/>
            <p:cNvSpPr txBox="1"/>
            <p:nvPr/>
          </p:nvSpPr>
          <p:spPr>
            <a:xfrm>
              <a:off x="6832316" y="716272"/>
              <a:ext cx="345423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Primary relational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832316" y="767579"/>
              <a:ext cx="345423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database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8042144" y="2946055"/>
            <a:ext cx="353249" cy="102590"/>
            <a:chOff x="7584944" y="704056"/>
            <a:chExt cx="353249" cy="102590"/>
          </a:xfrm>
        </p:grpSpPr>
        <p:sp>
          <p:nvSpPr>
            <p:cNvPr id="61" name="TextBox 60"/>
            <p:cNvSpPr txBox="1"/>
            <p:nvPr/>
          </p:nvSpPr>
          <p:spPr>
            <a:xfrm>
              <a:off x="7584944" y="704056"/>
              <a:ext cx="353249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Database schema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584944" y="755363"/>
              <a:ext cx="353249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representation</a:t>
              </a:r>
            </a:p>
          </p:txBody>
        </p:sp>
      </p:grpSp>
      <p:sp>
        <p:nvSpPr>
          <p:cNvPr id="64" name="Rounded Rectangle 63"/>
          <p:cNvSpPr/>
          <p:nvPr/>
        </p:nvSpPr>
        <p:spPr>
          <a:xfrm>
            <a:off x="4248208" y="3020968"/>
            <a:ext cx="93657" cy="93657"/>
          </a:xfrm>
          <a:custGeom>
            <a:avLst/>
            <a:gdLst/>
            <a:ahLst/>
            <a:cxnLst/>
            <a:rect l="0" t="0" r="0" b="0"/>
            <a:pathLst>
              <a:path w="93657" h="93657">
                <a:moveTo>
                  <a:pt x="44792" y="69224"/>
                </a:moveTo>
                <a:cubicBezTo>
                  <a:pt x="44792" y="82718"/>
                  <a:pt x="55731" y="93657"/>
                  <a:pt x="69224" y="93657"/>
                </a:cubicBezTo>
                <a:cubicBezTo>
                  <a:pt x="82718" y="93657"/>
                  <a:pt x="93657" y="82718"/>
                  <a:pt x="93657" y="69224"/>
                </a:cubicBezTo>
                <a:cubicBezTo>
                  <a:pt x="93657" y="55731"/>
                  <a:pt x="82718" y="44792"/>
                  <a:pt x="69224" y="44792"/>
                </a:cubicBezTo>
                <a:cubicBezTo>
                  <a:pt x="55731" y="44792"/>
                  <a:pt x="44792" y="55731"/>
                  <a:pt x="44792" y="69224"/>
                </a:cubicBezTo>
                <a:close/>
                <a:moveTo>
                  <a:pt x="80113" y="62119"/>
                </a:moveTo>
                <a:lnTo>
                  <a:pt x="68284" y="77894"/>
                </a:lnTo>
                <a:cubicBezTo>
                  <a:pt x="67751" y="78601"/>
                  <a:pt x="66938" y="79044"/>
                  <a:pt x="66055" y="79106"/>
                </a:cubicBezTo>
                <a:cubicBezTo>
                  <a:pt x="65172" y="79169"/>
                  <a:pt x="64305" y="78845"/>
                  <a:pt x="63678" y="78219"/>
                </a:cubicBezTo>
                <a:lnTo>
                  <a:pt x="57570" y="72111"/>
                </a:lnTo>
                <a:moveTo>
                  <a:pt x="40720" y="93657"/>
                </a:moveTo>
                <a:lnTo>
                  <a:pt x="4072" y="93657"/>
                </a:lnTo>
                <a:cubicBezTo>
                  <a:pt x="1823" y="93657"/>
                  <a:pt x="0" y="91833"/>
                  <a:pt x="0" y="89584"/>
                </a:cubicBezTo>
                <a:lnTo>
                  <a:pt x="0" y="4072"/>
                </a:lnTo>
                <a:cubicBezTo>
                  <a:pt x="0" y="1823"/>
                  <a:pt x="1823" y="0"/>
                  <a:pt x="4072" y="0"/>
                </a:cubicBezTo>
                <a:lnTo>
                  <a:pt x="58201" y="0"/>
                </a:lnTo>
                <a:cubicBezTo>
                  <a:pt x="59281" y="0"/>
                  <a:pt x="60317" y="429"/>
                  <a:pt x="61080" y="1193"/>
                </a:cubicBezTo>
                <a:lnTo>
                  <a:pt x="76175" y="16288"/>
                </a:lnTo>
                <a:cubicBezTo>
                  <a:pt x="76939" y="17051"/>
                  <a:pt x="77368" y="18087"/>
                  <a:pt x="77368" y="19167"/>
                </a:cubicBezTo>
                <a:lnTo>
                  <a:pt x="77368" y="32576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9047" y="3141094"/>
            <a:ext cx="124453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Client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431668" y="3018932"/>
            <a:ext cx="94675" cy="94674"/>
          </a:xfrm>
          <a:custGeom>
            <a:avLst/>
            <a:gdLst/>
            <a:ahLst/>
            <a:cxnLst/>
            <a:rect l="0" t="0" r="0" b="0"/>
            <a:pathLst>
              <a:path w="94675" h="94674">
                <a:moveTo>
                  <a:pt x="3054" y="57212"/>
                </a:moveTo>
                <a:lnTo>
                  <a:pt x="3054" y="23414"/>
                </a:lnTo>
                <a:lnTo>
                  <a:pt x="39702" y="3054"/>
                </a:lnTo>
                <a:moveTo>
                  <a:pt x="94675" y="43366"/>
                </a:moveTo>
                <a:lnTo>
                  <a:pt x="94675" y="76757"/>
                </a:lnTo>
                <a:lnTo>
                  <a:pt x="60877" y="94674"/>
                </a:lnTo>
                <a:moveTo>
                  <a:pt x="0" y="0"/>
                </a:moveTo>
                <a:moveTo>
                  <a:pt x="75333" y="64337"/>
                </a:moveTo>
                <a:lnTo>
                  <a:pt x="48864" y="78996"/>
                </a:lnTo>
                <a:lnTo>
                  <a:pt x="22396" y="64337"/>
                </a:lnTo>
                <a:lnTo>
                  <a:pt x="22396" y="35832"/>
                </a:lnTo>
                <a:lnTo>
                  <a:pt x="48864" y="21173"/>
                </a:lnTo>
                <a:lnTo>
                  <a:pt x="75333" y="35832"/>
                </a:lnTo>
                <a:close/>
                <a:moveTo>
                  <a:pt x="0" y="0"/>
                </a:moveTo>
                <a:moveTo>
                  <a:pt x="37870" y="56193"/>
                </a:moveTo>
                <a:lnTo>
                  <a:pt x="32576" y="50085"/>
                </a:lnTo>
                <a:lnTo>
                  <a:pt x="37870" y="43977"/>
                </a:lnTo>
                <a:moveTo>
                  <a:pt x="0" y="0"/>
                </a:moveTo>
                <a:moveTo>
                  <a:pt x="60266" y="56193"/>
                </a:moveTo>
                <a:lnTo>
                  <a:pt x="65152" y="50085"/>
                </a:lnTo>
                <a:lnTo>
                  <a:pt x="60266" y="43977"/>
                </a:lnTo>
                <a:moveTo>
                  <a:pt x="0" y="0"/>
                </a:moveTo>
                <a:moveTo>
                  <a:pt x="46828" y="59043"/>
                </a:moveTo>
                <a:lnTo>
                  <a:pt x="50900" y="38683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661823" y="3141094"/>
            <a:ext cx="383537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DispatcherServlet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612888" y="2992654"/>
            <a:ext cx="79812" cy="91925"/>
          </a:xfrm>
          <a:custGeom>
            <a:avLst/>
            <a:gdLst/>
            <a:ahLst/>
            <a:cxnLst/>
            <a:rect l="0" t="0" r="0" b="0"/>
            <a:pathLst>
              <a:path w="79812" h="91925">
                <a:moveTo>
                  <a:pt x="39906" y="28096"/>
                </a:moveTo>
                <a:cubicBezTo>
                  <a:pt x="36532" y="28096"/>
                  <a:pt x="33798" y="25362"/>
                  <a:pt x="33798" y="21988"/>
                </a:cubicBezTo>
                <a:cubicBezTo>
                  <a:pt x="33798" y="18615"/>
                  <a:pt x="36532" y="15880"/>
                  <a:pt x="39906" y="15880"/>
                </a:cubicBezTo>
                <a:cubicBezTo>
                  <a:pt x="43279" y="15880"/>
                  <a:pt x="46014" y="18615"/>
                  <a:pt x="46014" y="21988"/>
                </a:cubicBezTo>
                <a:cubicBezTo>
                  <a:pt x="46014" y="25362"/>
                  <a:pt x="43279" y="28096"/>
                  <a:pt x="39906" y="28096"/>
                </a:cubicBezTo>
                <a:close/>
                <a:moveTo>
                  <a:pt x="17917" y="40720"/>
                </a:moveTo>
                <a:cubicBezTo>
                  <a:pt x="14543" y="40720"/>
                  <a:pt x="11809" y="37985"/>
                  <a:pt x="11809" y="34612"/>
                </a:cubicBezTo>
                <a:cubicBezTo>
                  <a:pt x="11809" y="31238"/>
                  <a:pt x="14543" y="28504"/>
                  <a:pt x="17917" y="28504"/>
                </a:cubicBezTo>
                <a:cubicBezTo>
                  <a:pt x="21290" y="28504"/>
                  <a:pt x="24025" y="31238"/>
                  <a:pt x="24025" y="34612"/>
                </a:cubicBezTo>
                <a:cubicBezTo>
                  <a:pt x="24025" y="37985"/>
                  <a:pt x="21290" y="40720"/>
                  <a:pt x="17917" y="40720"/>
                </a:cubicBezTo>
                <a:close/>
                <a:moveTo>
                  <a:pt x="62302" y="40720"/>
                </a:moveTo>
                <a:cubicBezTo>
                  <a:pt x="58928" y="40720"/>
                  <a:pt x="56194" y="37985"/>
                  <a:pt x="56194" y="34612"/>
                </a:cubicBezTo>
                <a:cubicBezTo>
                  <a:pt x="56194" y="31238"/>
                  <a:pt x="58928" y="28504"/>
                  <a:pt x="62302" y="28504"/>
                </a:cubicBezTo>
                <a:cubicBezTo>
                  <a:pt x="65675" y="28504"/>
                  <a:pt x="68410" y="31238"/>
                  <a:pt x="68410" y="34612"/>
                </a:cubicBezTo>
                <a:cubicBezTo>
                  <a:pt x="68410" y="37985"/>
                  <a:pt x="65675" y="40720"/>
                  <a:pt x="62302" y="40720"/>
                </a:cubicBezTo>
                <a:close/>
                <a:moveTo>
                  <a:pt x="27282" y="63116"/>
                </a:moveTo>
                <a:cubicBezTo>
                  <a:pt x="24839" y="63116"/>
                  <a:pt x="23210" y="60266"/>
                  <a:pt x="24839" y="58230"/>
                </a:cubicBezTo>
                <a:lnTo>
                  <a:pt x="37463" y="41534"/>
                </a:lnTo>
                <a:cubicBezTo>
                  <a:pt x="38684" y="39906"/>
                  <a:pt x="41128" y="39906"/>
                  <a:pt x="42349" y="41534"/>
                </a:cubicBezTo>
                <a:lnTo>
                  <a:pt x="54972" y="58230"/>
                </a:lnTo>
                <a:cubicBezTo>
                  <a:pt x="56601" y="60266"/>
                  <a:pt x="54972" y="63116"/>
                  <a:pt x="52529" y="63116"/>
                </a:cubicBezTo>
                <a:close/>
                <a:moveTo>
                  <a:pt x="0" y="13015"/>
                </a:moveTo>
                <a:lnTo>
                  <a:pt x="0" y="43929"/>
                </a:lnTo>
                <a:cubicBezTo>
                  <a:pt x="0" y="58979"/>
                  <a:pt x="6515" y="79723"/>
                  <a:pt x="35426" y="90705"/>
                </a:cubicBezTo>
                <a:cubicBezTo>
                  <a:pt x="38277" y="91925"/>
                  <a:pt x="41534" y="91925"/>
                  <a:pt x="44385" y="90705"/>
                </a:cubicBezTo>
                <a:cubicBezTo>
                  <a:pt x="72889" y="79723"/>
                  <a:pt x="79812" y="58979"/>
                  <a:pt x="79812" y="43929"/>
                </a:cubicBezTo>
                <a:lnTo>
                  <a:pt x="79812" y="13015"/>
                </a:lnTo>
                <a:cubicBezTo>
                  <a:pt x="79812" y="10575"/>
                  <a:pt x="78590" y="8541"/>
                  <a:pt x="76147" y="7321"/>
                </a:cubicBezTo>
                <a:cubicBezTo>
                  <a:pt x="70446" y="4474"/>
                  <a:pt x="57415" y="0"/>
                  <a:pt x="39905" y="0"/>
                </a:cubicBezTo>
                <a:cubicBezTo>
                  <a:pt x="22396" y="0"/>
                  <a:pt x="9772" y="4880"/>
                  <a:pt x="3664" y="7321"/>
                </a:cubicBezTo>
                <a:cubicBezTo>
                  <a:pt x="1221" y="8135"/>
                  <a:pt x="0" y="10575"/>
                  <a:pt x="0" y="13015"/>
                </a:cubicBezTo>
                <a:close/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71" name="Group 70"/>
          <p:cNvGrpSpPr/>
          <p:nvPr/>
        </p:nvGrpSpPr>
        <p:grpSpPr>
          <a:xfrm>
            <a:off x="2467358" y="3111763"/>
            <a:ext cx="370873" cy="117298"/>
            <a:chOff x="2010158" y="869764"/>
            <a:chExt cx="370873" cy="117298"/>
          </a:xfrm>
        </p:grpSpPr>
        <p:sp>
          <p:nvSpPr>
            <p:cNvPr id="69" name="TextBox 68"/>
            <p:cNvSpPr txBox="1"/>
            <p:nvPr/>
          </p:nvSpPr>
          <p:spPr>
            <a:xfrm>
              <a:off x="2010158" y="869764"/>
              <a:ext cx="370873" cy="5863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1AC6FF"/>
                  </a:solidFill>
                  <a:latin typeface="Roboto"/>
                </a:rPr>
                <a:t>SecurityConfig &amp;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2010158" y="928401"/>
              <a:ext cx="370873" cy="586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1AC6FF"/>
                  </a:solidFill>
                  <a:latin typeface="Roboto"/>
                </a:rPr>
                <a:t>Filter</a:t>
              </a:r>
            </a:p>
          </p:txBody>
        </p:sp>
      </p:grpSp>
      <p:sp>
        <p:nvSpPr>
          <p:cNvPr id="72" name="Rounded Rectangle 71"/>
          <p:cNvSpPr/>
          <p:nvPr/>
        </p:nvSpPr>
        <p:spPr>
          <a:xfrm>
            <a:off x="1806764" y="3020968"/>
            <a:ext cx="94088" cy="93656"/>
          </a:xfrm>
          <a:custGeom>
            <a:avLst/>
            <a:gdLst/>
            <a:ahLst/>
            <a:cxnLst/>
            <a:rect l="0" t="0" r="0" b="0"/>
            <a:pathLst>
              <a:path w="94088" h="93656">
                <a:moveTo>
                  <a:pt x="85512" y="16288"/>
                </a:moveTo>
                <a:cubicBezTo>
                  <a:pt x="85512" y="20786"/>
                  <a:pt x="81866" y="24432"/>
                  <a:pt x="77368" y="24432"/>
                </a:cubicBezTo>
                <a:lnTo>
                  <a:pt x="8144" y="24432"/>
                </a:lnTo>
                <a:cubicBezTo>
                  <a:pt x="3646" y="24432"/>
                  <a:pt x="0" y="20786"/>
                  <a:pt x="0" y="16288"/>
                </a:cubicBezTo>
                <a:lnTo>
                  <a:pt x="0" y="8144"/>
                </a:lnTo>
                <a:cubicBezTo>
                  <a:pt x="0" y="3646"/>
                  <a:pt x="3646" y="0"/>
                  <a:pt x="8144" y="0"/>
                </a:cubicBezTo>
                <a:lnTo>
                  <a:pt x="77368" y="0"/>
                </a:lnTo>
                <a:cubicBezTo>
                  <a:pt x="81866" y="0"/>
                  <a:pt x="85512" y="3646"/>
                  <a:pt x="85512" y="8144"/>
                </a:cubicBezTo>
                <a:close/>
                <a:moveTo>
                  <a:pt x="8144" y="48864"/>
                </a:moveTo>
                <a:cubicBezTo>
                  <a:pt x="3646" y="48864"/>
                  <a:pt x="0" y="45218"/>
                  <a:pt x="0" y="40720"/>
                </a:cubicBezTo>
                <a:lnTo>
                  <a:pt x="0" y="32576"/>
                </a:lnTo>
                <a:cubicBezTo>
                  <a:pt x="0" y="28078"/>
                  <a:pt x="3646" y="24432"/>
                  <a:pt x="8144" y="24432"/>
                </a:cubicBezTo>
                <a:lnTo>
                  <a:pt x="77368" y="24432"/>
                </a:lnTo>
                <a:cubicBezTo>
                  <a:pt x="81866" y="24432"/>
                  <a:pt x="85512" y="28078"/>
                  <a:pt x="85512" y="32576"/>
                </a:cubicBezTo>
                <a:lnTo>
                  <a:pt x="85512" y="38684"/>
                </a:lnTo>
                <a:moveTo>
                  <a:pt x="17306" y="11198"/>
                </a:moveTo>
                <a:cubicBezTo>
                  <a:pt x="16743" y="11198"/>
                  <a:pt x="16288" y="11653"/>
                  <a:pt x="16288" y="12216"/>
                </a:cubicBezTo>
                <a:cubicBezTo>
                  <a:pt x="16288" y="12778"/>
                  <a:pt x="16743" y="13234"/>
                  <a:pt x="17306" y="13234"/>
                </a:cubicBezTo>
                <a:cubicBezTo>
                  <a:pt x="17868" y="13234"/>
                  <a:pt x="18324" y="12778"/>
                  <a:pt x="18324" y="12216"/>
                </a:cubicBezTo>
                <a:cubicBezTo>
                  <a:pt x="18324" y="11653"/>
                  <a:pt x="17868" y="11198"/>
                  <a:pt x="17306" y="11198"/>
                </a:cubicBezTo>
                <a:lnTo>
                  <a:pt x="17306" y="11198"/>
                </a:lnTo>
                <a:moveTo>
                  <a:pt x="31558" y="11198"/>
                </a:moveTo>
                <a:cubicBezTo>
                  <a:pt x="30996" y="11198"/>
                  <a:pt x="30540" y="11653"/>
                  <a:pt x="30540" y="12216"/>
                </a:cubicBezTo>
                <a:cubicBezTo>
                  <a:pt x="30540" y="12778"/>
                  <a:pt x="30996" y="13234"/>
                  <a:pt x="31558" y="13234"/>
                </a:cubicBezTo>
                <a:cubicBezTo>
                  <a:pt x="32120" y="13234"/>
                  <a:pt x="32576" y="12778"/>
                  <a:pt x="32576" y="12216"/>
                </a:cubicBezTo>
                <a:cubicBezTo>
                  <a:pt x="32576" y="11653"/>
                  <a:pt x="32120" y="11198"/>
                  <a:pt x="31558" y="11198"/>
                </a:cubicBezTo>
                <a:lnTo>
                  <a:pt x="31558" y="11198"/>
                </a:lnTo>
                <a:moveTo>
                  <a:pt x="17306" y="35630"/>
                </a:moveTo>
                <a:lnTo>
                  <a:pt x="17306" y="35630"/>
                </a:lnTo>
                <a:cubicBezTo>
                  <a:pt x="17868" y="35630"/>
                  <a:pt x="18324" y="36086"/>
                  <a:pt x="18324" y="36648"/>
                </a:cubicBezTo>
                <a:cubicBezTo>
                  <a:pt x="18324" y="37210"/>
                  <a:pt x="17868" y="37666"/>
                  <a:pt x="17306" y="37666"/>
                </a:cubicBezTo>
                <a:cubicBezTo>
                  <a:pt x="16743" y="37666"/>
                  <a:pt x="16288" y="37210"/>
                  <a:pt x="16288" y="36648"/>
                </a:cubicBezTo>
                <a:cubicBezTo>
                  <a:pt x="16288" y="36086"/>
                  <a:pt x="16743" y="35630"/>
                  <a:pt x="17306" y="35630"/>
                </a:cubicBezTo>
                <a:moveTo>
                  <a:pt x="31558" y="35630"/>
                </a:moveTo>
                <a:lnTo>
                  <a:pt x="31558" y="35630"/>
                </a:lnTo>
                <a:cubicBezTo>
                  <a:pt x="32120" y="35630"/>
                  <a:pt x="32576" y="36086"/>
                  <a:pt x="32576" y="36648"/>
                </a:cubicBezTo>
                <a:cubicBezTo>
                  <a:pt x="32576" y="37210"/>
                  <a:pt x="32120" y="37666"/>
                  <a:pt x="31558" y="37666"/>
                </a:cubicBezTo>
                <a:cubicBezTo>
                  <a:pt x="30996" y="37666"/>
                  <a:pt x="30540" y="37210"/>
                  <a:pt x="30540" y="36648"/>
                </a:cubicBezTo>
                <a:cubicBezTo>
                  <a:pt x="30540" y="36086"/>
                  <a:pt x="30996" y="35630"/>
                  <a:pt x="31558" y="35630"/>
                </a:cubicBezTo>
                <a:moveTo>
                  <a:pt x="34612" y="73296"/>
                </a:moveTo>
                <a:lnTo>
                  <a:pt x="8144" y="73296"/>
                </a:lnTo>
                <a:cubicBezTo>
                  <a:pt x="3646" y="73296"/>
                  <a:pt x="0" y="69650"/>
                  <a:pt x="0" y="65152"/>
                </a:cubicBezTo>
                <a:lnTo>
                  <a:pt x="0" y="57008"/>
                </a:lnTo>
                <a:cubicBezTo>
                  <a:pt x="0" y="52510"/>
                  <a:pt x="3646" y="48864"/>
                  <a:pt x="8144" y="48864"/>
                </a:cubicBezTo>
                <a:lnTo>
                  <a:pt x="40720" y="48864"/>
                </a:lnTo>
                <a:moveTo>
                  <a:pt x="17306" y="60062"/>
                </a:moveTo>
                <a:cubicBezTo>
                  <a:pt x="16743" y="60062"/>
                  <a:pt x="16288" y="60518"/>
                  <a:pt x="16288" y="61080"/>
                </a:cubicBezTo>
                <a:cubicBezTo>
                  <a:pt x="16288" y="61642"/>
                  <a:pt x="16743" y="62098"/>
                  <a:pt x="17306" y="62098"/>
                </a:cubicBezTo>
                <a:cubicBezTo>
                  <a:pt x="17868" y="62098"/>
                  <a:pt x="18324" y="61642"/>
                  <a:pt x="18324" y="61080"/>
                </a:cubicBezTo>
                <a:cubicBezTo>
                  <a:pt x="18324" y="60518"/>
                  <a:pt x="17868" y="60062"/>
                  <a:pt x="17306" y="60062"/>
                </a:cubicBezTo>
                <a:lnTo>
                  <a:pt x="17306" y="60062"/>
                </a:lnTo>
                <a:moveTo>
                  <a:pt x="31558" y="60062"/>
                </a:moveTo>
                <a:cubicBezTo>
                  <a:pt x="30996" y="60062"/>
                  <a:pt x="30540" y="60518"/>
                  <a:pt x="30540" y="61080"/>
                </a:cubicBezTo>
                <a:cubicBezTo>
                  <a:pt x="30540" y="61642"/>
                  <a:pt x="30996" y="62098"/>
                  <a:pt x="31558" y="62098"/>
                </a:cubicBezTo>
                <a:cubicBezTo>
                  <a:pt x="32120" y="62098"/>
                  <a:pt x="32576" y="61642"/>
                  <a:pt x="32576" y="61080"/>
                </a:cubicBezTo>
                <a:cubicBezTo>
                  <a:pt x="32576" y="60518"/>
                  <a:pt x="32120" y="60062"/>
                  <a:pt x="31558" y="60062"/>
                </a:cubicBezTo>
                <a:lnTo>
                  <a:pt x="31558" y="60062"/>
                </a:lnTo>
                <a:moveTo>
                  <a:pt x="64387" y="67314"/>
                </a:moveTo>
                <a:cubicBezTo>
                  <a:pt x="64387" y="70548"/>
                  <a:pt x="67008" y="73170"/>
                  <a:pt x="70242" y="73170"/>
                </a:cubicBezTo>
                <a:cubicBezTo>
                  <a:pt x="73476" y="73170"/>
                  <a:pt x="76098" y="70548"/>
                  <a:pt x="76098" y="67314"/>
                </a:cubicBezTo>
                <a:cubicBezTo>
                  <a:pt x="76098" y="64080"/>
                  <a:pt x="73476" y="61459"/>
                  <a:pt x="70242" y="61459"/>
                </a:cubicBezTo>
                <a:cubicBezTo>
                  <a:pt x="67008" y="61459"/>
                  <a:pt x="64387" y="64080"/>
                  <a:pt x="64387" y="67314"/>
                </a:cubicBezTo>
                <a:close/>
                <a:moveTo>
                  <a:pt x="75214" y="44670"/>
                </a:moveTo>
                <a:lnTo>
                  <a:pt x="76941" y="50338"/>
                </a:lnTo>
                <a:cubicBezTo>
                  <a:pt x="77528" y="52293"/>
                  <a:pt x="79533" y="53457"/>
                  <a:pt x="81522" y="52997"/>
                </a:cubicBezTo>
                <a:lnTo>
                  <a:pt x="87267" y="51666"/>
                </a:lnTo>
                <a:cubicBezTo>
                  <a:pt x="89503" y="51162"/>
                  <a:pt x="91805" y="52173"/>
                  <a:pt x="92947" y="54160"/>
                </a:cubicBezTo>
                <a:cubicBezTo>
                  <a:pt x="94088" y="56147"/>
                  <a:pt x="93801" y="58646"/>
                  <a:pt x="92239" y="60323"/>
                </a:cubicBezTo>
                <a:lnTo>
                  <a:pt x="88216" y="64655"/>
                </a:lnTo>
                <a:cubicBezTo>
                  <a:pt x="86840" y="66152"/>
                  <a:pt x="86840" y="68453"/>
                  <a:pt x="88216" y="69949"/>
                </a:cubicBezTo>
                <a:lnTo>
                  <a:pt x="92235" y="74286"/>
                </a:lnTo>
                <a:cubicBezTo>
                  <a:pt x="93797" y="75963"/>
                  <a:pt x="94084" y="78461"/>
                  <a:pt x="92943" y="80448"/>
                </a:cubicBezTo>
                <a:cubicBezTo>
                  <a:pt x="91801" y="82435"/>
                  <a:pt x="89499" y="83447"/>
                  <a:pt x="87263" y="82943"/>
                </a:cubicBezTo>
                <a:lnTo>
                  <a:pt x="81518" y="81611"/>
                </a:lnTo>
                <a:cubicBezTo>
                  <a:pt x="79531" y="81168"/>
                  <a:pt x="77539" y="82339"/>
                  <a:pt x="76961" y="84291"/>
                </a:cubicBezTo>
                <a:lnTo>
                  <a:pt x="75235" y="89959"/>
                </a:lnTo>
                <a:cubicBezTo>
                  <a:pt x="74575" y="92154"/>
                  <a:pt x="72554" y="93656"/>
                  <a:pt x="70263" y="93656"/>
                </a:cubicBezTo>
                <a:cubicBezTo>
                  <a:pt x="67971" y="93656"/>
                  <a:pt x="65950" y="92154"/>
                  <a:pt x="65291" y="89959"/>
                </a:cubicBezTo>
                <a:lnTo>
                  <a:pt x="63544" y="84291"/>
                </a:lnTo>
                <a:cubicBezTo>
                  <a:pt x="62956" y="82335"/>
                  <a:pt x="60952" y="81172"/>
                  <a:pt x="58963" y="81632"/>
                </a:cubicBezTo>
                <a:lnTo>
                  <a:pt x="53217" y="82963"/>
                </a:lnTo>
                <a:cubicBezTo>
                  <a:pt x="50982" y="83467"/>
                  <a:pt x="48679" y="82456"/>
                  <a:pt x="47538" y="80469"/>
                </a:cubicBezTo>
                <a:cubicBezTo>
                  <a:pt x="46397" y="78482"/>
                  <a:pt x="46683" y="75983"/>
                  <a:pt x="48245" y="74306"/>
                </a:cubicBezTo>
                <a:lnTo>
                  <a:pt x="52264" y="69969"/>
                </a:lnTo>
                <a:cubicBezTo>
                  <a:pt x="53641" y="68473"/>
                  <a:pt x="53641" y="66172"/>
                  <a:pt x="52264" y="64676"/>
                </a:cubicBezTo>
                <a:lnTo>
                  <a:pt x="48245" y="60339"/>
                </a:lnTo>
                <a:cubicBezTo>
                  <a:pt x="46683" y="58662"/>
                  <a:pt x="46397" y="56164"/>
                  <a:pt x="47538" y="54177"/>
                </a:cubicBezTo>
                <a:cubicBezTo>
                  <a:pt x="48679" y="52190"/>
                  <a:pt x="50982" y="51178"/>
                  <a:pt x="53217" y="51682"/>
                </a:cubicBezTo>
                <a:lnTo>
                  <a:pt x="58963" y="53013"/>
                </a:lnTo>
                <a:cubicBezTo>
                  <a:pt x="60952" y="53471"/>
                  <a:pt x="62955" y="52308"/>
                  <a:pt x="63544" y="50354"/>
                </a:cubicBezTo>
                <a:lnTo>
                  <a:pt x="65270" y="44686"/>
                </a:lnTo>
                <a:cubicBezTo>
                  <a:pt x="65927" y="42491"/>
                  <a:pt x="67945" y="40985"/>
                  <a:pt x="70236" y="40981"/>
                </a:cubicBezTo>
                <a:cubicBezTo>
                  <a:pt x="72528" y="40977"/>
                  <a:pt x="74551" y="42476"/>
                  <a:pt x="75214" y="44670"/>
                </a:cubicBezTo>
                <a:close/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74118" y="3141094"/>
            <a:ext cx="212829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Controller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34443" y="3020968"/>
            <a:ext cx="93657" cy="93657"/>
          </a:xfrm>
          <a:custGeom>
            <a:avLst/>
            <a:gdLst/>
            <a:ahLst/>
            <a:cxnLst/>
            <a:rect l="0" t="0" r="0" b="0"/>
            <a:pathLst>
              <a:path w="93657" h="93657">
                <a:moveTo>
                  <a:pt x="44792" y="81440"/>
                </a:moveTo>
                <a:lnTo>
                  <a:pt x="8144" y="81440"/>
                </a:lnTo>
                <a:cubicBezTo>
                  <a:pt x="3646" y="81440"/>
                  <a:pt x="0" y="77794"/>
                  <a:pt x="0" y="73296"/>
                </a:cubicBezTo>
                <a:lnTo>
                  <a:pt x="0" y="8144"/>
                </a:lnTo>
                <a:cubicBezTo>
                  <a:pt x="0" y="3646"/>
                  <a:pt x="3646" y="0"/>
                  <a:pt x="8144" y="0"/>
                </a:cubicBezTo>
                <a:lnTo>
                  <a:pt x="85512" y="0"/>
                </a:lnTo>
                <a:cubicBezTo>
                  <a:pt x="90010" y="0"/>
                  <a:pt x="93657" y="3646"/>
                  <a:pt x="93657" y="8144"/>
                </a:cubicBezTo>
                <a:lnTo>
                  <a:pt x="93657" y="36648"/>
                </a:lnTo>
                <a:moveTo>
                  <a:pt x="14252" y="9178"/>
                </a:moveTo>
                <a:cubicBezTo>
                  <a:pt x="13696" y="9178"/>
                  <a:pt x="13243" y="9624"/>
                  <a:pt x="13234" y="10180"/>
                </a:cubicBezTo>
                <a:cubicBezTo>
                  <a:pt x="13227" y="10593"/>
                  <a:pt x="13471" y="10969"/>
                  <a:pt x="13851" y="11132"/>
                </a:cubicBezTo>
                <a:cubicBezTo>
                  <a:pt x="14230" y="11294"/>
                  <a:pt x="14671" y="11211"/>
                  <a:pt x="14966" y="10922"/>
                </a:cubicBezTo>
                <a:cubicBezTo>
                  <a:pt x="15260" y="10632"/>
                  <a:pt x="15350" y="10193"/>
                  <a:pt x="15194" y="9810"/>
                </a:cubicBezTo>
                <a:cubicBezTo>
                  <a:pt x="15037" y="9428"/>
                  <a:pt x="14665" y="9178"/>
                  <a:pt x="14252" y="9178"/>
                </a:cubicBezTo>
                <a:moveTo>
                  <a:pt x="0" y="20376"/>
                </a:moveTo>
                <a:lnTo>
                  <a:pt x="93657" y="20376"/>
                </a:lnTo>
                <a:moveTo>
                  <a:pt x="26468" y="9178"/>
                </a:moveTo>
                <a:cubicBezTo>
                  <a:pt x="25912" y="9178"/>
                  <a:pt x="25459" y="9624"/>
                  <a:pt x="25450" y="10180"/>
                </a:cubicBezTo>
                <a:cubicBezTo>
                  <a:pt x="25443" y="10593"/>
                  <a:pt x="25687" y="10969"/>
                  <a:pt x="26067" y="11132"/>
                </a:cubicBezTo>
                <a:cubicBezTo>
                  <a:pt x="26447" y="11294"/>
                  <a:pt x="26887" y="11211"/>
                  <a:pt x="27182" y="10922"/>
                </a:cubicBezTo>
                <a:cubicBezTo>
                  <a:pt x="27476" y="10632"/>
                  <a:pt x="27566" y="10193"/>
                  <a:pt x="27410" y="9810"/>
                </a:cubicBezTo>
                <a:cubicBezTo>
                  <a:pt x="27253" y="9428"/>
                  <a:pt x="26881" y="9178"/>
                  <a:pt x="26468" y="9178"/>
                </a:cubicBezTo>
                <a:moveTo>
                  <a:pt x="38684" y="9162"/>
                </a:moveTo>
                <a:cubicBezTo>
                  <a:pt x="38122" y="9162"/>
                  <a:pt x="37666" y="9617"/>
                  <a:pt x="37666" y="10180"/>
                </a:cubicBezTo>
                <a:cubicBezTo>
                  <a:pt x="37659" y="10593"/>
                  <a:pt x="37903" y="10969"/>
                  <a:pt x="38283" y="11132"/>
                </a:cubicBezTo>
                <a:cubicBezTo>
                  <a:pt x="38663" y="11294"/>
                  <a:pt x="39103" y="11211"/>
                  <a:pt x="39398" y="10922"/>
                </a:cubicBezTo>
                <a:cubicBezTo>
                  <a:pt x="39692" y="10632"/>
                  <a:pt x="39782" y="10193"/>
                  <a:pt x="39626" y="9810"/>
                </a:cubicBezTo>
                <a:cubicBezTo>
                  <a:pt x="39469" y="9428"/>
                  <a:pt x="39097" y="9178"/>
                  <a:pt x="38684" y="9178"/>
                </a:cubicBezTo>
                <a:moveTo>
                  <a:pt x="93657" y="93657"/>
                </a:moveTo>
                <a:cubicBezTo>
                  <a:pt x="93657" y="82412"/>
                  <a:pt x="84541" y="73296"/>
                  <a:pt x="73296" y="73296"/>
                </a:cubicBezTo>
                <a:cubicBezTo>
                  <a:pt x="62052" y="73296"/>
                  <a:pt x="52936" y="82412"/>
                  <a:pt x="52936" y="93657"/>
                </a:cubicBezTo>
                <a:close/>
                <a:moveTo>
                  <a:pt x="61080" y="54988"/>
                </a:moveTo>
                <a:cubicBezTo>
                  <a:pt x="61080" y="61735"/>
                  <a:pt x="66550" y="67205"/>
                  <a:pt x="73296" y="67205"/>
                </a:cubicBezTo>
                <a:cubicBezTo>
                  <a:pt x="80043" y="67205"/>
                  <a:pt x="85512" y="61735"/>
                  <a:pt x="85512" y="54988"/>
                </a:cubicBezTo>
                <a:cubicBezTo>
                  <a:pt x="85512" y="48242"/>
                  <a:pt x="80043" y="42772"/>
                  <a:pt x="73296" y="42772"/>
                </a:cubicBezTo>
                <a:cubicBezTo>
                  <a:pt x="66550" y="42772"/>
                  <a:pt x="61080" y="48242"/>
                  <a:pt x="61080" y="54988"/>
                </a:cubicBezTo>
                <a:close/>
                <a:moveTo>
                  <a:pt x="26468" y="36664"/>
                </a:moveTo>
                <a:lnTo>
                  <a:pt x="46828" y="36664"/>
                </a:lnTo>
                <a:moveTo>
                  <a:pt x="26468" y="54988"/>
                </a:moveTo>
                <a:lnTo>
                  <a:pt x="38684" y="54988"/>
                </a:lnTo>
                <a:moveTo>
                  <a:pt x="14252" y="35646"/>
                </a:moveTo>
                <a:cubicBezTo>
                  <a:pt x="13689" y="35646"/>
                  <a:pt x="13234" y="36102"/>
                  <a:pt x="13234" y="36664"/>
                </a:cubicBezTo>
                <a:cubicBezTo>
                  <a:pt x="13234" y="37226"/>
                  <a:pt x="13689" y="37682"/>
                  <a:pt x="14252" y="37682"/>
                </a:cubicBezTo>
                <a:cubicBezTo>
                  <a:pt x="14814" y="37682"/>
                  <a:pt x="15270" y="37226"/>
                  <a:pt x="15270" y="36664"/>
                </a:cubicBezTo>
                <a:cubicBezTo>
                  <a:pt x="15270" y="36102"/>
                  <a:pt x="14814" y="35646"/>
                  <a:pt x="14252" y="35646"/>
                </a:cubicBezTo>
                <a:moveTo>
                  <a:pt x="14252" y="53970"/>
                </a:moveTo>
                <a:cubicBezTo>
                  <a:pt x="13689" y="53970"/>
                  <a:pt x="13234" y="54426"/>
                  <a:pt x="13234" y="54988"/>
                </a:cubicBezTo>
                <a:cubicBezTo>
                  <a:pt x="13234" y="55551"/>
                  <a:pt x="13689" y="56006"/>
                  <a:pt x="14252" y="56006"/>
                </a:cubicBezTo>
                <a:cubicBezTo>
                  <a:pt x="14814" y="56006"/>
                  <a:pt x="15270" y="55551"/>
                  <a:pt x="15270" y="54988"/>
                </a:cubicBezTo>
                <a:cubicBezTo>
                  <a:pt x="15270" y="54426"/>
                  <a:pt x="14814" y="53970"/>
                  <a:pt x="14252" y="53970"/>
                </a:cubicBez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12337" y="3141094"/>
            <a:ext cx="365400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DTO &amp; Validation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64983" y="2437457"/>
            <a:ext cx="1689580" cy="122161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Roboto"/>
              </a:rPr>
              <a:t>Backend Request Lifecycle Workflow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926870" y="3141094"/>
            <a:ext cx="288923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Service Layer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57880" y="2862986"/>
            <a:ext cx="121778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44E095"/>
                </a:solidFill>
                <a:latin typeface="Roboto"/>
              </a:rPr>
              <a:t>Entity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772043" y="3141094"/>
            <a:ext cx="166636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Mapper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333226" y="2875202"/>
            <a:ext cx="258000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PostgreSQL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53842" y="2901670"/>
            <a:ext cx="231915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44E095"/>
                </a:solidFill>
                <a:latin typeface="Roboto"/>
              </a:rPr>
              <a:t>Repository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905124" y="3224163"/>
            <a:ext cx="352296" cy="102590"/>
            <a:chOff x="447924" y="982164"/>
            <a:chExt cx="352296" cy="102590"/>
          </a:xfrm>
        </p:grpSpPr>
        <p:sp>
          <p:nvSpPr>
            <p:cNvPr id="82" name="TextBox 81"/>
            <p:cNvSpPr txBox="1"/>
            <p:nvPr/>
          </p:nvSpPr>
          <p:spPr>
            <a:xfrm>
              <a:off x="447924" y="982164"/>
              <a:ext cx="352296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Initiates the HTTP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47924" y="1033471"/>
              <a:ext cx="352296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request</a:t>
              </a:r>
            </a:p>
          </p:txBody>
        </p:sp>
      </p:grpSp>
      <p:grpSp>
        <p:nvGrpSpPr>
          <p:cNvPr id="87" name="Group 86"/>
          <p:cNvGrpSpPr/>
          <p:nvPr/>
        </p:nvGrpSpPr>
        <p:grpSpPr>
          <a:xfrm>
            <a:off x="1662939" y="3224163"/>
            <a:ext cx="381310" cy="102590"/>
            <a:chOff x="1205739" y="982164"/>
            <a:chExt cx="381310" cy="102590"/>
          </a:xfrm>
        </p:grpSpPr>
        <p:sp>
          <p:nvSpPr>
            <p:cNvPr id="85" name="TextBox 84"/>
            <p:cNvSpPr txBox="1"/>
            <p:nvPr/>
          </p:nvSpPr>
          <p:spPr>
            <a:xfrm>
              <a:off x="1205739" y="982164"/>
              <a:ext cx="381310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Central Spring MVC</a:t>
              </a:r>
            </a:p>
          </p:txBody>
        </p:sp>
        <p:sp>
          <p:nvSpPr>
            <p:cNvPr id="86" name="TextBox 85"/>
            <p:cNvSpPr txBox="1"/>
            <p:nvPr/>
          </p:nvSpPr>
          <p:spPr>
            <a:xfrm>
              <a:off x="1205739" y="1033471"/>
              <a:ext cx="381310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entry point</a:t>
              </a:r>
            </a:p>
          </p:txBody>
        </p:sp>
      </p:grpSp>
      <p:grpSp>
        <p:nvGrpSpPr>
          <p:cNvPr id="90" name="Group 89"/>
          <p:cNvGrpSpPr/>
          <p:nvPr/>
        </p:nvGrpSpPr>
        <p:grpSpPr>
          <a:xfrm>
            <a:off x="2428132" y="3253493"/>
            <a:ext cx="449325" cy="102591"/>
            <a:chOff x="1970932" y="1011494"/>
            <a:chExt cx="449325" cy="102591"/>
          </a:xfrm>
        </p:grpSpPr>
        <p:sp>
          <p:nvSpPr>
            <p:cNvPr id="88" name="TextBox 87"/>
            <p:cNvSpPr txBox="1"/>
            <p:nvPr/>
          </p:nvSpPr>
          <p:spPr>
            <a:xfrm>
              <a:off x="1970932" y="1011494"/>
              <a:ext cx="449325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Authenticates JWT and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1970932" y="1062802"/>
              <a:ext cx="449325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authorizes access</a:t>
              </a: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3260227" y="3224163"/>
            <a:ext cx="440607" cy="102590"/>
            <a:chOff x="2803027" y="982164"/>
            <a:chExt cx="440607" cy="102590"/>
          </a:xfrm>
        </p:grpSpPr>
        <p:sp>
          <p:nvSpPr>
            <p:cNvPr id="91" name="TextBox 90"/>
            <p:cNvSpPr txBox="1"/>
            <p:nvPr/>
          </p:nvSpPr>
          <p:spPr>
            <a:xfrm>
              <a:off x="2803027" y="982164"/>
              <a:ext cx="440607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Handles API endpoints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803027" y="1033471"/>
              <a:ext cx="440607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and input</a:t>
              </a:r>
            </a:p>
          </p:txBody>
        </p:sp>
      </p:grpSp>
      <p:grpSp>
        <p:nvGrpSpPr>
          <p:cNvPr id="96" name="Group 95"/>
          <p:cNvGrpSpPr/>
          <p:nvPr/>
        </p:nvGrpSpPr>
        <p:grpSpPr>
          <a:xfrm>
            <a:off x="4108041" y="3224163"/>
            <a:ext cx="373992" cy="102590"/>
            <a:chOff x="3650841" y="982164"/>
            <a:chExt cx="373992" cy="102590"/>
          </a:xfrm>
        </p:grpSpPr>
        <p:sp>
          <p:nvSpPr>
            <p:cNvPr id="94" name="TextBox 93"/>
            <p:cNvSpPr txBox="1"/>
            <p:nvPr/>
          </p:nvSpPr>
          <p:spPr>
            <a:xfrm>
              <a:off x="3650841" y="982164"/>
              <a:ext cx="373992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Validates incoming</a:t>
              </a:r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3650841" y="1033471"/>
              <a:ext cx="373992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request data</a:t>
              </a:r>
            </a:p>
          </p:txBody>
        </p:sp>
      </p:grpSp>
      <p:grpSp>
        <p:nvGrpSpPr>
          <p:cNvPr id="99" name="Group 98"/>
          <p:cNvGrpSpPr/>
          <p:nvPr/>
        </p:nvGrpSpPr>
        <p:grpSpPr>
          <a:xfrm>
            <a:off x="4889236" y="3224163"/>
            <a:ext cx="364195" cy="102590"/>
            <a:chOff x="4432036" y="982164"/>
            <a:chExt cx="364195" cy="102590"/>
          </a:xfrm>
        </p:grpSpPr>
        <p:sp>
          <p:nvSpPr>
            <p:cNvPr id="97" name="TextBox 96"/>
            <p:cNvSpPr txBox="1"/>
            <p:nvPr/>
          </p:nvSpPr>
          <p:spPr>
            <a:xfrm>
              <a:off x="4432036" y="982164"/>
              <a:ext cx="364195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Executes business</a:t>
              </a:r>
            </a:p>
          </p:txBody>
        </p:sp>
        <p:sp>
          <p:nvSpPr>
            <p:cNvPr id="98" name="TextBox 97"/>
            <p:cNvSpPr txBox="1"/>
            <p:nvPr/>
          </p:nvSpPr>
          <p:spPr>
            <a:xfrm>
              <a:off x="4432036" y="1033471"/>
              <a:ext cx="364195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logic</a:t>
              </a:r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5636204" y="3224163"/>
            <a:ext cx="438318" cy="102590"/>
            <a:chOff x="5179004" y="982164"/>
            <a:chExt cx="438318" cy="102590"/>
          </a:xfrm>
        </p:grpSpPr>
        <p:sp>
          <p:nvSpPr>
            <p:cNvPr id="100" name="TextBox 99"/>
            <p:cNvSpPr txBox="1"/>
            <p:nvPr/>
          </p:nvSpPr>
          <p:spPr>
            <a:xfrm>
              <a:off x="5179004" y="982164"/>
              <a:ext cx="438318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Converts DTO to Entity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5179004" y="1033471"/>
              <a:ext cx="438318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and vice versa</a:t>
              </a:r>
            </a:p>
          </p:txBody>
        </p:sp>
      </p:grpSp>
      <p:sp>
        <p:nvSpPr>
          <p:cNvPr id="103" name="Rounded Rectangle 102"/>
          <p:cNvSpPr/>
          <p:nvPr/>
        </p:nvSpPr>
        <p:spPr>
          <a:xfrm>
            <a:off x="6570860" y="3257337"/>
            <a:ext cx="83485" cy="83476"/>
          </a:xfrm>
          <a:custGeom>
            <a:avLst/>
            <a:gdLst/>
            <a:ahLst/>
            <a:cxnLst/>
            <a:rect l="0" t="0" r="0" b="0"/>
            <a:pathLst>
              <a:path w="83485" h="83476">
                <a:moveTo>
                  <a:pt x="24432" y="61080"/>
                </a:moveTo>
                <a:lnTo>
                  <a:pt x="4072" y="61080"/>
                </a:lnTo>
                <a:cubicBezTo>
                  <a:pt x="1823" y="61080"/>
                  <a:pt x="0" y="59257"/>
                  <a:pt x="0" y="57008"/>
                </a:cubicBezTo>
                <a:lnTo>
                  <a:pt x="0" y="17974"/>
                </a:lnTo>
                <a:cubicBezTo>
                  <a:pt x="0" y="16894"/>
                  <a:pt x="429" y="15858"/>
                  <a:pt x="1193" y="15095"/>
                </a:cubicBezTo>
                <a:lnTo>
                  <a:pt x="15095" y="1193"/>
                </a:lnTo>
                <a:cubicBezTo>
                  <a:pt x="15858" y="429"/>
                  <a:pt x="16894" y="0"/>
                  <a:pt x="17974" y="0"/>
                </a:cubicBezTo>
                <a:lnTo>
                  <a:pt x="39034" y="0"/>
                </a:lnTo>
                <a:cubicBezTo>
                  <a:pt x="40114" y="0"/>
                  <a:pt x="41150" y="429"/>
                  <a:pt x="41913" y="1193"/>
                </a:cubicBezTo>
                <a:lnTo>
                  <a:pt x="55815" y="15095"/>
                </a:lnTo>
                <a:cubicBezTo>
                  <a:pt x="56579" y="15858"/>
                  <a:pt x="57008" y="16894"/>
                  <a:pt x="57008" y="17974"/>
                </a:cubicBezTo>
                <a:lnTo>
                  <a:pt x="57008" y="24432"/>
                </a:lnTo>
                <a:moveTo>
                  <a:pt x="28504" y="16288"/>
                </a:moveTo>
                <a:lnTo>
                  <a:pt x="28504" y="0"/>
                </a:lnTo>
                <a:moveTo>
                  <a:pt x="65160" y="36648"/>
                </a:moveTo>
                <a:lnTo>
                  <a:pt x="83485" y="50900"/>
                </a:lnTo>
                <a:lnTo>
                  <a:pt x="65160" y="65152"/>
                </a:lnTo>
                <a:moveTo>
                  <a:pt x="83485" y="50900"/>
                </a:moveTo>
                <a:lnTo>
                  <a:pt x="69232" y="50900"/>
                </a:lnTo>
                <a:cubicBezTo>
                  <a:pt x="55739" y="50900"/>
                  <a:pt x="44800" y="61839"/>
                  <a:pt x="44800" y="75332"/>
                </a:cubicBezTo>
                <a:lnTo>
                  <a:pt x="44800" y="83476"/>
                </a:lnTo>
                <a:moveTo>
                  <a:pt x="56642" y="16288"/>
                </a:moveTo>
                <a:lnTo>
                  <a:pt x="366" y="16288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505267" y="3372373"/>
            <a:ext cx="214674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Response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8172959" y="2743878"/>
            <a:ext cx="91620" cy="91620"/>
          </a:xfrm>
          <a:custGeom>
            <a:avLst/>
            <a:gdLst/>
            <a:ahLst/>
            <a:cxnLst/>
            <a:rect l="0" t="0" r="0" b="0"/>
            <a:pathLst>
              <a:path w="91620" h="91620">
                <a:moveTo>
                  <a:pt x="31761" y="27689"/>
                </a:moveTo>
                <a:cubicBezTo>
                  <a:pt x="49303" y="27689"/>
                  <a:pt x="63523" y="21491"/>
                  <a:pt x="63523" y="13844"/>
                </a:cubicBezTo>
                <a:cubicBezTo>
                  <a:pt x="63523" y="6198"/>
                  <a:pt x="49303" y="0"/>
                  <a:pt x="31761" y="0"/>
                </a:cubicBezTo>
                <a:cubicBezTo>
                  <a:pt x="14220" y="0"/>
                  <a:pt x="0" y="6198"/>
                  <a:pt x="0" y="13844"/>
                </a:cubicBezTo>
                <a:cubicBezTo>
                  <a:pt x="0" y="21491"/>
                  <a:pt x="14220" y="27689"/>
                  <a:pt x="31761" y="27689"/>
                </a:cubicBezTo>
                <a:close/>
                <a:moveTo>
                  <a:pt x="63523" y="13845"/>
                </a:moveTo>
                <a:lnTo>
                  <a:pt x="63523" y="25653"/>
                </a:lnTo>
                <a:moveTo>
                  <a:pt x="0" y="13845"/>
                </a:moveTo>
                <a:lnTo>
                  <a:pt x="0" y="35019"/>
                </a:lnTo>
                <a:cubicBezTo>
                  <a:pt x="0" y="42756"/>
                  <a:pt x="14252" y="48864"/>
                  <a:pt x="31761" y="48864"/>
                </a:cubicBezTo>
                <a:cubicBezTo>
                  <a:pt x="34612" y="48864"/>
                  <a:pt x="37462" y="48864"/>
                  <a:pt x="39906" y="48457"/>
                </a:cubicBezTo>
                <a:moveTo>
                  <a:pt x="0" y="35019"/>
                </a:moveTo>
                <a:lnTo>
                  <a:pt x="0" y="56194"/>
                </a:lnTo>
                <a:cubicBezTo>
                  <a:pt x="0" y="63931"/>
                  <a:pt x="14252" y="70039"/>
                  <a:pt x="31761" y="70039"/>
                </a:cubicBezTo>
                <a:cubicBezTo>
                  <a:pt x="34612" y="70039"/>
                  <a:pt x="37462" y="70039"/>
                  <a:pt x="39906" y="69631"/>
                </a:cubicBezTo>
                <a:moveTo>
                  <a:pt x="91620" y="87548"/>
                </a:moveTo>
                <a:cubicBezTo>
                  <a:pt x="91620" y="89992"/>
                  <a:pt x="89992" y="91620"/>
                  <a:pt x="87548" y="91620"/>
                </a:cubicBezTo>
                <a:lnTo>
                  <a:pt x="54972" y="91620"/>
                </a:lnTo>
                <a:cubicBezTo>
                  <a:pt x="52529" y="91620"/>
                  <a:pt x="50900" y="89992"/>
                  <a:pt x="50900" y="87548"/>
                </a:cubicBezTo>
                <a:lnTo>
                  <a:pt x="50900" y="42756"/>
                </a:lnTo>
                <a:cubicBezTo>
                  <a:pt x="50900" y="40313"/>
                  <a:pt x="52529" y="38684"/>
                  <a:pt x="54972" y="38684"/>
                </a:cubicBezTo>
                <a:lnTo>
                  <a:pt x="77776" y="38684"/>
                </a:lnTo>
                <a:cubicBezTo>
                  <a:pt x="78590" y="38684"/>
                  <a:pt x="79812" y="39091"/>
                  <a:pt x="80219" y="39498"/>
                </a:cubicBezTo>
                <a:lnTo>
                  <a:pt x="89992" y="47642"/>
                </a:lnTo>
                <a:cubicBezTo>
                  <a:pt x="90806" y="48457"/>
                  <a:pt x="91620" y="49678"/>
                  <a:pt x="91620" y="50900"/>
                </a:cubicBezTo>
                <a:close/>
                <a:moveTo>
                  <a:pt x="65152" y="54972"/>
                </a:moveTo>
                <a:lnTo>
                  <a:pt x="77368" y="54972"/>
                </a:lnTo>
                <a:moveTo>
                  <a:pt x="65152" y="67188"/>
                </a:moveTo>
                <a:lnTo>
                  <a:pt x="77368" y="67188"/>
                </a:lnTo>
                <a:moveTo>
                  <a:pt x="65152" y="79404"/>
                </a:moveTo>
                <a:lnTo>
                  <a:pt x="71260" y="79404"/>
                </a:lnTo>
              </a:path>
            </a:pathLst>
          </a:custGeom>
          <a:noFill/>
          <a:ln w="6108">
            <a:solidFill>
              <a:srgbClr val="44E09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09598" y="3481490"/>
            <a:ext cx="80626" cy="94675"/>
          </a:xfrm>
          <a:custGeom>
            <a:avLst/>
            <a:gdLst/>
            <a:ahLst/>
            <a:cxnLst/>
            <a:rect l="0" t="0" r="0" b="0"/>
            <a:pathLst>
              <a:path w="80626" h="94675">
                <a:moveTo>
                  <a:pt x="48864" y="30743"/>
                </a:moveTo>
                <a:cubicBezTo>
                  <a:pt x="66406" y="30743"/>
                  <a:pt x="80626" y="24545"/>
                  <a:pt x="80626" y="16898"/>
                </a:cubicBezTo>
                <a:cubicBezTo>
                  <a:pt x="80626" y="9252"/>
                  <a:pt x="66406" y="3054"/>
                  <a:pt x="48864" y="3054"/>
                </a:cubicBezTo>
                <a:cubicBezTo>
                  <a:pt x="31322" y="3054"/>
                  <a:pt x="17102" y="9252"/>
                  <a:pt x="17102" y="16898"/>
                </a:cubicBezTo>
                <a:cubicBezTo>
                  <a:pt x="17102" y="24545"/>
                  <a:pt x="31322" y="30743"/>
                  <a:pt x="48864" y="30743"/>
                </a:cubicBezTo>
                <a:close/>
                <a:moveTo>
                  <a:pt x="0" y="0"/>
                </a:moveTo>
                <a:moveTo>
                  <a:pt x="17102" y="16723"/>
                </a:moveTo>
                <a:lnTo>
                  <a:pt x="17102" y="80830"/>
                </a:lnTo>
                <a:cubicBezTo>
                  <a:pt x="17102" y="88566"/>
                  <a:pt x="31354" y="94675"/>
                  <a:pt x="48864" y="94675"/>
                </a:cubicBezTo>
                <a:cubicBezTo>
                  <a:pt x="66374" y="94675"/>
                  <a:pt x="80626" y="88566"/>
                  <a:pt x="80626" y="80830"/>
                </a:cubicBezTo>
                <a:lnTo>
                  <a:pt x="80626" y="16723"/>
                </a:lnTo>
                <a:moveTo>
                  <a:pt x="0" y="0"/>
                </a:moveTo>
                <a:moveTo>
                  <a:pt x="53140" y="42756"/>
                </a:moveTo>
                <a:lnTo>
                  <a:pt x="53140" y="60266"/>
                </a:lnTo>
                <a:lnTo>
                  <a:pt x="60877" y="60266"/>
                </a:lnTo>
                <a:cubicBezTo>
                  <a:pt x="61284" y="60266"/>
                  <a:pt x="61691" y="60673"/>
                  <a:pt x="61691" y="61080"/>
                </a:cubicBezTo>
                <a:cubicBezTo>
                  <a:pt x="62098" y="61487"/>
                  <a:pt x="62098" y="61895"/>
                  <a:pt x="61691" y="62302"/>
                </a:cubicBezTo>
                <a:lnTo>
                  <a:pt x="44588" y="83884"/>
                </a:lnTo>
                <a:lnTo>
                  <a:pt x="44588" y="66374"/>
                </a:lnTo>
                <a:lnTo>
                  <a:pt x="36852" y="66374"/>
                </a:lnTo>
                <a:cubicBezTo>
                  <a:pt x="36444" y="66374"/>
                  <a:pt x="36037" y="65967"/>
                  <a:pt x="36037" y="65559"/>
                </a:cubicBezTo>
                <a:cubicBezTo>
                  <a:pt x="35630" y="65152"/>
                  <a:pt x="35630" y="64745"/>
                  <a:pt x="36037" y="64338"/>
                </a:cubicBezTo>
                <a:close/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09" name="Group 108"/>
          <p:cNvGrpSpPr/>
          <p:nvPr/>
        </p:nvGrpSpPr>
        <p:grpSpPr>
          <a:xfrm>
            <a:off x="6457291" y="3455442"/>
            <a:ext cx="310619" cy="102590"/>
            <a:chOff x="6000091" y="1213443"/>
            <a:chExt cx="310619" cy="102590"/>
          </a:xfrm>
        </p:grpSpPr>
        <p:sp>
          <p:nvSpPr>
            <p:cNvPr id="107" name="TextBox 106"/>
            <p:cNvSpPr txBox="1"/>
            <p:nvPr/>
          </p:nvSpPr>
          <p:spPr>
            <a:xfrm>
              <a:off x="6000091" y="1213443"/>
              <a:ext cx="310619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Constructs final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6000091" y="1264750"/>
              <a:ext cx="310619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ResponseEntity</a:t>
              </a:r>
            </a:p>
          </p:txBody>
        </p:sp>
      </p:grpSp>
      <p:sp>
        <p:nvSpPr>
          <p:cNvPr id="110" name="TextBox 109"/>
          <p:cNvSpPr txBox="1"/>
          <p:nvPr/>
        </p:nvSpPr>
        <p:spPr>
          <a:xfrm>
            <a:off x="998114" y="3603652"/>
            <a:ext cx="120699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Redis</a:t>
            </a:r>
          </a:p>
        </p:txBody>
      </p:sp>
      <p:grpSp>
        <p:nvGrpSpPr>
          <p:cNvPr id="113" name="Group 112"/>
          <p:cNvGrpSpPr/>
          <p:nvPr/>
        </p:nvGrpSpPr>
        <p:grpSpPr>
          <a:xfrm>
            <a:off x="892909" y="3686722"/>
            <a:ext cx="331110" cy="102590"/>
            <a:chOff x="435709" y="1444723"/>
            <a:chExt cx="331110" cy="102590"/>
          </a:xfrm>
        </p:grpSpPr>
        <p:sp>
          <p:nvSpPr>
            <p:cNvPr id="111" name="TextBox 110"/>
            <p:cNvSpPr txBox="1"/>
            <p:nvPr/>
          </p:nvSpPr>
          <p:spPr>
            <a:xfrm>
              <a:off x="435709" y="1444723"/>
              <a:ext cx="331110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Caching layer for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435709" y="1496030"/>
              <a:ext cx="331110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performance</a:t>
              </a:r>
            </a:p>
          </p:txBody>
        </p:sp>
      </p:grpSp>
      <p:sp>
        <p:nvSpPr>
          <p:cNvPr id="114" name="Rounded Rectangle 113"/>
          <p:cNvSpPr/>
          <p:nvPr/>
        </p:nvSpPr>
        <p:spPr>
          <a:xfrm>
            <a:off x="7419471" y="2757116"/>
            <a:ext cx="85512" cy="91620"/>
          </a:xfrm>
          <a:custGeom>
            <a:avLst/>
            <a:gdLst/>
            <a:ahLst/>
            <a:cxnLst/>
            <a:rect l="0" t="0" r="0" b="0"/>
            <a:pathLst>
              <a:path w="85512" h="91620">
                <a:moveTo>
                  <a:pt x="12228" y="12216"/>
                </a:moveTo>
                <a:cubicBezTo>
                  <a:pt x="12228" y="18962"/>
                  <a:pt x="27724" y="24432"/>
                  <a:pt x="46840" y="24432"/>
                </a:cubicBezTo>
                <a:cubicBezTo>
                  <a:pt x="65956" y="24432"/>
                  <a:pt x="81453" y="18962"/>
                  <a:pt x="81453" y="12216"/>
                </a:cubicBezTo>
                <a:cubicBezTo>
                  <a:pt x="81453" y="5469"/>
                  <a:pt x="65956" y="0"/>
                  <a:pt x="46840" y="0"/>
                </a:cubicBezTo>
                <a:cubicBezTo>
                  <a:pt x="27724" y="0"/>
                  <a:pt x="12228" y="5469"/>
                  <a:pt x="12228" y="12216"/>
                </a:cubicBezTo>
                <a:close/>
                <a:moveTo>
                  <a:pt x="12216" y="28500"/>
                </a:moveTo>
                <a:cubicBezTo>
                  <a:pt x="12216" y="35251"/>
                  <a:pt x="27714" y="40716"/>
                  <a:pt x="46828" y="40716"/>
                </a:cubicBezTo>
                <a:cubicBezTo>
                  <a:pt x="65942" y="40716"/>
                  <a:pt x="81440" y="35247"/>
                  <a:pt x="81440" y="28500"/>
                </a:cubicBezTo>
                <a:moveTo>
                  <a:pt x="12216" y="44788"/>
                </a:moveTo>
                <a:cubicBezTo>
                  <a:pt x="12216" y="51535"/>
                  <a:pt x="27714" y="57004"/>
                  <a:pt x="46828" y="57004"/>
                </a:cubicBezTo>
                <a:cubicBezTo>
                  <a:pt x="65942" y="57004"/>
                  <a:pt x="81440" y="51535"/>
                  <a:pt x="81440" y="44788"/>
                </a:cubicBezTo>
                <a:moveTo>
                  <a:pt x="81440" y="12212"/>
                </a:moveTo>
                <a:lnTo>
                  <a:pt x="81440" y="61076"/>
                </a:lnTo>
                <a:cubicBezTo>
                  <a:pt x="81440" y="67823"/>
                  <a:pt x="65942" y="73292"/>
                  <a:pt x="46828" y="73292"/>
                </a:cubicBezTo>
                <a:cubicBezTo>
                  <a:pt x="27714" y="73292"/>
                  <a:pt x="12216" y="67823"/>
                  <a:pt x="12216" y="61076"/>
                </a:cubicBezTo>
                <a:lnTo>
                  <a:pt x="12216" y="12212"/>
                </a:lnTo>
                <a:moveTo>
                  <a:pt x="0" y="85512"/>
                </a:moveTo>
                <a:lnTo>
                  <a:pt x="38684" y="85512"/>
                </a:lnTo>
                <a:moveTo>
                  <a:pt x="44804" y="73296"/>
                </a:moveTo>
                <a:lnTo>
                  <a:pt x="44804" y="79404"/>
                </a:lnTo>
                <a:moveTo>
                  <a:pt x="38684" y="85512"/>
                </a:moveTo>
                <a:cubicBezTo>
                  <a:pt x="38684" y="88886"/>
                  <a:pt x="41419" y="91620"/>
                  <a:pt x="44792" y="91620"/>
                </a:cubicBezTo>
                <a:cubicBezTo>
                  <a:pt x="48165" y="91620"/>
                  <a:pt x="50900" y="88886"/>
                  <a:pt x="50900" y="85512"/>
                </a:cubicBezTo>
                <a:cubicBezTo>
                  <a:pt x="50900" y="82139"/>
                  <a:pt x="48165" y="79404"/>
                  <a:pt x="44792" y="79404"/>
                </a:cubicBezTo>
                <a:cubicBezTo>
                  <a:pt x="41419" y="79404"/>
                  <a:pt x="38684" y="82139"/>
                  <a:pt x="38684" y="85512"/>
                </a:cubicBezTo>
                <a:close/>
                <a:moveTo>
                  <a:pt x="50900" y="85512"/>
                </a:moveTo>
                <a:lnTo>
                  <a:pt x="85512" y="85512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041188" y="3952359"/>
            <a:ext cx="89588" cy="78795"/>
          </a:xfrm>
          <a:custGeom>
            <a:avLst/>
            <a:gdLst/>
            <a:ahLst/>
            <a:cxnLst/>
            <a:rect l="0" t="0" r="0" b="0"/>
            <a:pathLst>
              <a:path w="89588" h="78795">
                <a:moveTo>
                  <a:pt x="62302" y="56399"/>
                </a:moveTo>
                <a:lnTo>
                  <a:pt x="72075" y="56399"/>
                </a:lnTo>
                <a:cubicBezTo>
                  <a:pt x="72075" y="56399"/>
                  <a:pt x="89584" y="54114"/>
                  <a:pt x="89584" y="36922"/>
                </a:cubicBezTo>
                <a:cubicBezTo>
                  <a:pt x="89588" y="31637"/>
                  <a:pt x="87439" y="26577"/>
                  <a:pt x="83632" y="22910"/>
                </a:cubicBezTo>
                <a:cubicBezTo>
                  <a:pt x="79826" y="19243"/>
                  <a:pt x="74689" y="17285"/>
                  <a:pt x="69407" y="17486"/>
                </a:cubicBezTo>
                <a:cubicBezTo>
                  <a:pt x="64103" y="6227"/>
                  <a:pt x="51836" y="0"/>
                  <a:pt x="39616" y="2362"/>
                </a:cubicBezTo>
                <a:cubicBezTo>
                  <a:pt x="27395" y="4724"/>
                  <a:pt x="18334" y="15074"/>
                  <a:pt x="17607" y="27500"/>
                </a:cubicBezTo>
                <a:cubicBezTo>
                  <a:pt x="13303" y="26594"/>
                  <a:pt x="8821" y="27677"/>
                  <a:pt x="5405" y="30447"/>
                </a:cubicBezTo>
                <a:cubicBezTo>
                  <a:pt x="1989" y="33217"/>
                  <a:pt x="3" y="37378"/>
                  <a:pt x="0" y="41776"/>
                </a:cubicBezTo>
                <a:cubicBezTo>
                  <a:pt x="0" y="56619"/>
                  <a:pt x="15579" y="56387"/>
                  <a:pt x="15579" y="56387"/>
                </a:cubicBezTo>
                <a:lnTo>
                  <a:pt x="27237" y="56387"/>
                </a:lnTo>
                <a:moveTo>
                  <a:pt x="44792" y="34003"/>
                </a:moveTo>
                <a:lnTo>
                  <a:pt x="44792" y="78795"/>
                </a:lnTo>
                <a:moveTo>
                  <a:pt x="32576" y="46219"/>
                </a:moveTo>
                <a:lnTo>
                  <a:pt x="44792" y="34003"/>
                </a:lnTo>
                <a:lnTo>
                  <a:pt x="57008" y="46219"/>
                </a:lnTo>
              </a:path>
            </a:pathLst>
          </a:custGeom>
          <a:noFill/>
          <a:ln w="6108">
            <a:solidFill>
              <a:srgbClr val="1AC6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70151" y="4066211"/>
            <a:ext cx="231662" cy="58637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300" b="0">
                <a:solidFill>
                  <a:srgbClr val="1AC6FF"/>
                </a:solidFill>
                <a:latin typeface="Roboto"/>
              </a:rPr>
              <a:t>Cloudinary</a:t>
            </a:r>
          </a:p>
        </p:txBody>
      </p:sp>
      <p:grpSp>
        <p:nvGrpSpPr>
          <p:cNvPr id="119" name="Group 118"/>
          <p:cNvGrpSpPr/>
          <p:nvPr/>
        </p:nvGrpSpPr>
        <p:grpSpPr>
          <a:xfrm>
            <a:off x="892908" y="4149280"/>
            <a:ext cx="386143" cy="102590"/>
            <a:chOff x="435708" y="1907281"/>
            <a:chExt cx="386143" cy="102590"/>
          </a:xfrm>
        </p:grpSpPr>
        <p:sp>
          <p:nvSpPr>
            <p:cNvPr id="117" name="TextBox 116"/>
            <p:cNvSpPr txBox="1"/>
            <p:nvPr/>
          </p:nvSpPr>
          <p:spPr>
            <a:xfrm>
              <a:off x="435708" y="1907281"/>
              <a:ext cx="386143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External file storage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35708" y="1958588"/>
              <a:ext cx="386143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service</a:t>
              </a:r>
            </a:p>
          </p:txBody>
        </p:sp>
      </p:grpSp>
      <p:sp>
        <p:nvSpPr>
          <p:cNvPr id="120" name="Rounded Rectangle 119"/>
          <p:cNvSpPr/>
          <p:nvPr/>
        </p:nvSpPr>
        <p:spPr>
          <a:xfrm>
            <a:off x="6633153" y="2781544"/>
            <a:ext cx="73296" cy="93657"/>
          </a:xfrm>
          <a:custGeom>
            <a:avLst/>
            <a:gdLst/>
            <a:ahLst/>
            <a:cxnLst/>
            <a:rect l="0" t="0" r="0" b="0"/>
            <a:pathLst>
              <a:path w="73296" h="93657">
                <a:moveTo>
                  <a:pt x="0" y="14252"/>
                </a:moveTo>
                <a:cubicBezTo>
                  <a:pt x="0" y="22123"/>
                  <a:pt x="16408" y="28504"/>
                  <a:pt x="36648" y="28504"/>
                </a:cubicBezTo>
                <a:cubicBezTo>
                  <a:pt x="56888" y="28504"/>
                  <a:pt x="73296" y="22123"/>
                  <a:pt x="73296" y="14252"/>
                </a:cubicBezTo>
                <a:cubicBezTo>
                  <a:pt x="73296" y="6380"/>
                  <a:pt x="56888" y="0"/>
                  <a:pt x="36648" y="0"/>
                </a:cubicBezTo>
                <a:cubicBezTo>
                  <a:pt x="16408" y="0"/>
                  <a:pt x="0" y="6380"/>
                  <a:pt x="0" y="14252"/>
                </a:cubicBezTo>
                <a:moveTo>
                  <a:pt x="0" y="14252"/>
                </a:moveTo>
                <a:lnTo>
                  <a:pt x="0" y="79404"/>
                </a:lnTo>
                <a:cubicBezTo>
                  <a:pt x="0" y="87276"/>
                  <a:pt x="16406" y="93657"/>
                  <a:pt x="36648" y="93657"/>
                </a:cubicBezTo>
                <a:cubicBezTo>
                  <a:pt x="56890" y="93657"/>
                  <a:pt x="73296" y="87276"/>
                  <a:pt x="73296" y="79404"/>
                </a:cubicBezTo>
                <a:lnTo>
                  <a:pt x="73296" y="14252"/>
                </a:lnTo>
                <a:moveTo>
                  <a:pt x="73296" y="28504"/>
                </a:moveTo>
                <a:cubicBezTo>
                  <a:pt x="73296" y="36375"/>
                  <a:pt x="56890" y="42756"/>
                  <a:pt x="36648" y="42756"/>
                </a:cubicBezTo>
                <a:cubicBezTo>
                  <a:pt x="16406" y="42756"/>
                  <a:pt x="0" y="36375"/>
                  <a:pt x="0" y="28504"/>
                </a:cubicBezTo>
                <a:moveTo>
                  <a:pt x="73296" y="42756"/>
                </a:moveTo>
                <a:cubicBezTo>
                  <a:pt x="73296" y="50627"/>
                  <a:pt x="56890" y="57008"/>
                  <a:pt x="36648" y="57008"/>
                </a:cubicBezTo>
                <a:cubicBezTo>
                  <a:pt x="16406" y="57008"/>
                  <a:pt x="0" y="50627"/>
                  <a:pt x="0" y="42756"/>
                </a:cubicBezTo>
              </a:path>
            </a:pathLst>
          </a:custGeom>
          <a:noFill/>
          <a:ln w="6108">
            <a:solidFill>
              <a:srgbClr val="44E09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123" name="Group 122"/>
          <p:cNvGrpSpPr/>
          <p:nvPr/>
        </p:nvGrpSpPr>
        <p:grpSpPr>
          <a:xfrm>
            <a:off x="6457290" y="2984740"/>
            <a:ext cx="425019" cy="102590"/>
            <a:chOff x="6000090" y="742741"/>
            <a:chExt cx="425019" cy="102590"/>
          </a:xfrm>
        </p:grpSpPr>
        <p:sp>
          <p:nvSpPr>
            <p:cNvPr id="121" name="TextBox 120"/>
            <p:cNvSpPr txBox="1"/>
            <p:nvPr/>
          </p:nvSpPr>
          <p:spPr>
            <a:xfrm>
              <a:off x="6000090" y="742741"/>
              <a:ext cx="425019" cy="513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JPA interface for data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000090" y="794048"/>
              <a:ext cx="425019" cy="512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t">
              <a:noAutofit/>
            </a:bodyPr>
            <a:lstStyle/>
            <a:p>
              <a:pPr algn="ctr"/>
              <a:r>
                <a:rPr sz="300" b="0">
                  <a:solidFill>
                    <a:srgbClr val="FFFFFF"/>
                  </a:solidFill>
                  <a:latin typeface="Roboto"/>
                </a:rPr>
                <a:t>access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0" fill="hold">
                      <p:stCondLst>
                        <p:cond delay="indefinite"/>
                      </p:stCondLst>
                      <p:childTnLst>
                        <p:par>
                          <p:cTn id="231" fill="hold">
                            <p:stCondLst>
                              <p:cond delay="0"/>
                            </p:stCondLst>
                            <p:childTnLst>
                              <p:par>
                                <p:cTn id="2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0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3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6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9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