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17248" y="457200"/>
            <a:ext cx="3909503" cy="59436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98046" y="1452608"/>
            <a:ext cx="830408" cy="549548"/>
          </a:xfrm>
          <a:custGeom>
            <a:avLst/>
            <a:gdLst/>
            <a:ahLst/>
            <a:cxnLst/>
            <a:rect l="0" t="0" r="0" b="0"/>
            <a:pathLst>
              <a:path w="830408" h="549548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506269"/>
                </a:lnTo>
                <a:moveTo>
                  <a:pt x="830408" y="43278"/>
                </a:moveTo>
                <a:lnTo>
                  <a:pt x="830408" y="506269"/>
                </a:lnTo>
                <a:moveTo>
                  <a:pt x="43278" y="0"/>
                </a:moveTo>
                <a:lnTo>
                  <a:pt x="787130" y="0"/>
                </a:lnTo>
                <a:moveTo>
                  <a:pt x="43278" y="549548"/>
                </a:moveTo>
                <a:lnTo>
                  <a:pt x="28852" y="549548"/>
                </a:lnTo>
                <a:cubicBezTo>
                  <a:pt x="12917" y="549548"/>
                  <a:pt x="0" y="536630"/>
                  <a:pt x="0" y="520696"/>
                </a:cubicBezTo>
                <a:lnTo>
                  <a:pt x="0" y="506269"/>
                </a:lnTo>
                <a:moveTo>
                  <a:pt x="787130" y="0"/>
                </a:moveTo>
                <a:lnTo>
                  <a:pt x="801556" y="0"/>
                </a:lnTo>
                <a:cubicBezTo>
                  <a:pt x="817490" y="0"/>
                  <a:pt x="830408" y="12917"/>
                  <a:pt x="830408" y="28852"/>
                </a:cubicBezTo>
                <a:lnTo>
                  <a:pt x="830408" y="43278"/>
                </a:lnTo>
                <a:moveTo>
                  <a:pt x="787130" y="549548"/>
                </a:moveTo>
                <a:lnTo>
                  <a:pt x="43278" y="549548"/>
                </a:lnTo>
                <a:moveTo>
                  <a:pt x="787130" y="549548"/>
                </a:moveTo>
                <a:lnTo>
                  <a:pt x="801556" y="549548"/>
                </a:lnTo>
                <a:cubicBezTo>
                  <a:pt x="817490" y="549548"/>
                  <a:pt x="830408" y="536630"/>
                  <a:pt x="830408" y="520696"/>
                </a:cubicBezTo>
                <a:lnTo>
                  <a:pt x="830408" y="506269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98046" y="2146419"/>
            <a:ext cx="948410" cy="549548"/>
          </a:xfrm>
          <a:custGeom>
            <a:avLst/>
            <a:gdLst/>
            <a:ahLst/>
            <a:cxnLst/>
            <a:rect l="0" t="0" r="0" b="0"/>
            <a:pathLst>
              <a:path w="948410" h="549548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506269"/>
                </a:lnTo>
                <a:moveTo>
                  <a:pt x="948410" y="43278"/>
                </a:moveTo>
                <a:lnTo>
                  <a:pt x="948410" y="506269"/>
                </a:lnTo>
                <a:moveTo>
                  <a:pt x="43278" y="0"/>
                </a:moveTo>
                <a:lnTo>
                  <a:pt x="905132" y="0"/>
                </a:lnTo>
                <a:moveTo>
                  <a:pt x="43278" y="549548"/>
                </a:moveTo>
                <a:lnTo>
                  <a:pt x="28852" y="549548"/>
                </a:lnTo>
                <a:cubicBezTo>
                  <a:pt x="12917" y="549548"/>
                  <a:pt x="0" y="536630"/>
                  <a:pt x="0" y="520696"/>
                </a:cubicBezTo>
                <a:lnTo>
                  <a:pt x="0" y="506269"/>
                </a:lnTo>
                <a:moveTo>
                  <a:pt x="905132" y="0"/>
                </a:moveTo>
                <a:lnTo>
                  <a:pt x="919558" y="0"/>
                </a:lnTo>
                <a:cubicBezTo>
                  <a:pt x="935492" y="0"/>
                  <a:pt x="948410" y="12917"/>
                  <a:pt x="948410" y="28852"/>
                </a:cubicBezTo>
                <a:lnTo>
                  <a:pt x="948410" y="43278"/>
                </a:lnTo>
                <a:moveTo>
                  <a:pt x="905132" y="549548"/>
                </a:moveTo>
                <a:lnTo>
                  <a:pt x="43278" y="549548"/>
                </a:lnTo>
                <a:moveTo>
                  <a:pt x="905132" y="549548"/>
                </a:moveTo>
                <a:lnTo>
                  <a:pt x="919558" y="549548"/>
                </a:lnTo>
                <a:cubicBezTo>
                  <a:pt x="935492" y="549548"/>
                  <a:pt x="948410" y="536630"/>
                  <a:pt x="948410" y="520696"/>
                </a:cubicBezTo>
                <a:lnTo>
                  <a:pt x="948410" y="506269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98046" y="2840230"/>
            <a:ext cx="941648" cy="458708"/>
          </a:xfrm>
          <a:custGeom>
            <a:avLst/>
            <a:gdLst/>
            <a:ahLst/>
            <a:cxnLst/>
            <a:rect l="0" t="0" r="0" b="0"/>
            <a:pathLst>
              <a:path w="941648" h="458708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415429"/>
                </a:lnTo>
                <a:moveTo>
                  <a:pt x="941648" y="43278"/>
                </a:moveTo>
                <a:lnTo>
                  <a:pt x="941648" y="415429"/>
                </a:lnTo>
                <a:moveTo>
                  <a:pt x="43278" y="0"/>
                </a:moveTo>
                <a:lnTo>
                  <a:pt x="898369" y="0"/>
                </a:lnTo>
                <a:moveTo>
                  <a:pt x="43278" y="458708"/>
                </a:moveTo>
                <a:lnTo>
                  <a:pt x="28852" y="458708"/>
                </a:lnTo>
                <a:cubicBezTo>
                  <a:pt x="12917" y="458708"/>
                  <a:pt x="0" y="445790"/>
                  <a:pt x="0" y="429856"/>
                </a:cubicBezTo>
                <a:lnTo>
                  <a:pt x="0" y="415429"/>
                </a:lnTo>
                <a:moveTo>
                  <a:pt x="898369" y="0"/>
                </a:moveTo>
                <a:lnTo>
                  <a:pt x="912796" y="0"/>
                </a:lnTo>
                <a:cubicBezTo>
                  <a:pt x="928730" y="0"/>
                  <a:pt x="941648" y="12917"/>
                  <a:pt x="941648" y="28852"/>
                </a:cubicBezTo>
                <a:lnTo>
                  <a:pt x="941648" y="43278"/>
                </a:lnTo>
                <a:moveTo>
                  <a:pt x="898369" y="458708"/>
                </a:moveTo>
                <a:lnTo>
                  <a:pt x="43278" y="458708"/>
                </a:lnTo>
                <a:moveTo>
                  <a:pt x="898369" y="458708"/>
                </a:moveTo>
                <a:lnTo>
                  <a:pt x="912796" y="458708"/>
                </a:lnTo>
                <a:cubicBezTo>
                  <a:pt x="928730" y="458708"/>
                  <a:pt x="941648" y="445790"/>
                  <a:pt x="941648" y="429856"/>
                </a:cubicBezTo>
                <a:lnTo>
                  <a:pt x="941648" y="415429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98046" y="3443200"/>
            <a:ext cx="891382" cy="653462"/>
          </a:xfrm>
          <a:custGeom>
            <a:avLst/>
            <a:gdLst/>
            <a:ahLst/>
            <a:cxnLst/>
            <a:rect l="0" t="0" r="0" b="0"/>
            <a:pathLst>
              <a:path w="891382" h="653462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610183"/>
                </a:lnTo>
                <a:moveTo>
                  <a:pt x="891382" y="43278"/>
                </a:moveTo>
                <a:lnTo>
                  <a:pt x="891382" y="610183"/>
                </a:lnTo>
                <a:moveTo>
                  <a:pt x="43278" y="0"/>
                </a:moveTo>
                <a:lnTo>
                  <a:pt x="848103" y="0"/>
                </a:lnTo>
                <a:moveTo>
                  <a:pt x="43278" y="653462"/>
                </a:moveTo>
                <a:lnTo>
                  <a:pt x="28852" y="653462"/>
                </a:lnTo>
                <a:cubicBezTo>
                  <a:pt x="12917" y="653462"/>
                  <a:pt x="0" y="640544"/>
                  <a:pt x="0" y="624609"/>
                </a:cubicBezTo>
                <a:lnTo>
                  <a:pt x="0" y="610183"/>
                </a:lnTo>
                <a:moveTo>
                  <a:pt x="848103" y="0"/>
                </a:moveTo>
                <a:lnTo>
                  <a:pt x="862529" y="0"/>
                </a:lnTo>
                <a:cubicBezTo>
                  <a:pt x="878464" y="0"/>
                  <a:pt x="891382" y="12917"/>
                  <a:pt x="891382" y="28852"/>
                </a:cubicBezTo>
                <a:lnTo>
                  <a:pt x="891382" y="43278"/>
                </a:lnTo>
                <a:moveTo>
                  <a:pt x="848103" y="653462"/>
                </a:moveTo>
                <a:lnTo>
                  <a:pt x="43278" y="653462"/>
                </a:lnTo>
                <a:moveTo>
                  <a:pt x="848103" y="653462"/>
                </a:moveTo>
                <a:lnTo>
                  <a:pt x="862529" y="653462"/>
                </a:lnTo>
                <a:cubicBezTo>
                  <a:pt x="878464" y="653462"/>
                  <a:pt x="891382" y="640544"/>
                  <a:pt x="891382" y="624609"/>
                </a:cubicBezTo>
                <a:lnTo>
                  <a:pt x="891382" y="610183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98046" y="4240925"/>
            <a:ext cx="930716" cy="549548"/>
          </a:xfrm>
          <a:custGeom>
            <a:avLst/>
            <a:gdLst/>
            <a:ahLst/>
            <a:cxnLst/>
            <a:rect l="0" t="0" r="0" b="0"/>
            <a:pathLst>
              <a:path w="930716" h="549548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506269"/>
                </a:lnTo>
                <a:moveTo>
                  <a:pt x="930716" y="43278"/>
                </a:moveTo>
                <a:lnTo>
                  <a:pt x="930716" y="506269"/>
                </a:lnTo>
                <a:moveTo>
                  <a:pt x="43278" y="0"/>
                </a:moveTo>
                <a:lnTo>
                  <a:pt x="887437" y="0"/>
                </a:lnTo>
                <a:moveTo>
                  <a:pt x="43278" y="549548"/>
                </a:moveTo>
                <a:lnTo>
                  <a:pt x="28852" y="549548"/>
                </a:lnTo>
                <a:cubicBezTo>
                  <a:pt x="12917" y="549548"/>
                  <a:pt x="0" y="536630"/>
                  <a:pt x="0" y="520696"/>
                </a:cubicBezTo>
                <a:lnTo>
                  <a:pt x="0" y="506269"/>
                </a:lnTo>
                <a:moveTo>
                  <a:pt x="887437" y="0"/>
                </a:moveTo>
                <a:lnTo>
                  <a:pt x="901863" y="0"/>
                </a:lnTo>
                <a:cubicBezTo>
                  <a:pt x="917798" y="0"/>
                  <a:pt x="930716" y="12917"/>
                  <a:pt x="930716" y="28852"/>
                </a:cubicBezTo>
                <a:lnTo>
                  <a:pt x="930716" y="43278"/>
                </a:lnTo>
                <a:moveTo>
                  <a:pt x="887437" y="549548"/>
                </a:moveTo>
                <a:lnTo>
                  <a:pt x="43278" y="549548"/>
                </a:lnTo>
                <a:moveTo>
                  <a:pt x="887437" y="549548"/>
                </a:moveTo>
                <a:lnTo>
                  <a:pt x="901863" y="549548"/>
                </a:lnTo>
                <a:cubicBezTo>
                  <a:pt x="917798" y="549548"/>
                  <a:pt x="930716" y="536630"/>
                  <a:pt x="930716" y="520696"/>
                </a:cubicBezTo>
                <a:lnTo>
                  <a:pt x="930716" y="506269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98046" y="4934736"/>
            <a:ext cx="774958" cy="549548"/>
          </a:xfrm>
          <a:custGeom>
            <a:avLst/>
            <a:gdLst/>
            <a:ahLst/>
            <a:cxnLst/>
            <a:rect l="0" t="0" r="0" b="0"/>
            <a:pathLst>
              <a:path w="774958" h="549548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506269"/>
                </a:lnTo>
                <a:moveTo>
                  <a:pt x="774958" y="43278"/>
                </a:moveTo>
                <a:lnTo>
                  <a:pt x="774958" y="506269"/>
                </a:lnTo>
                <a:moveTo>
                  <a:pt x="43278" y="0"/>
                </a:moveTo>
                <a:lnTo>
                  <a:pt x="731679" y="0"/>
                </a:lnTo>
                <a:moveTo>
                  <a:pt x="43278" y="549548"/>
                </a:moveTo>
                <a:lnTo>
                  <a:pt x="28852" y="549548"/>
                </a:lnTo>
                <a:cubicBezTo>
                  <a:pt x="12917" y="549548"/>
                  <a:pt x="0" y="536630"/>
                  <a:pt x="0" y="520696"/>
                </a:cubicBezTo>
                <a:lnTo>
                  <a:pt x="0" y="506269"/>
                </a:lnTo>
                <a:moveTo>
                  <a:pt x="731679" y="0"/>
                </a:moveTo>
                <a:lnTo>
                  <a:pt x="746105" y="0"/>
                </a:lnTo>
                <a:cubicBezTo>
                  <a:pt x="762040" y="0"/>
                  <a:pt x="774958" y="12917"/>
                  <a:pt x="774958" y="28852"/>
                </a:cubicBezTo>
                <a:lnTo>
                  <a:pt x="774958" y="43278"/>
                </a:lnTo>
                <a:moveTo>
                  <a:pt x="731679" y="549548"/>
                </a:moveTo>
                <a:lnTo>
                  <a:pt x="43278" y="549548"/>
                </a:lnTo>
                <a:moveTo>
                  <a:pt x="731679" y="549548"/>
                </a:moveTo>
                <a:lnTo>
                  <a:pt x="746105" y="549548"/>
                </a:lnTo>
                <a:cubicBezTo>
                  <a:pt x="762040" y="549548"/>
                  <a:pt x="774958" y="536630"/>
                  <a:pt x="774958" y="520696"/>
                </a:cubicBezTo>
                <a:lnTo>
                  <a:pt x="774958" y="506269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5085142" y="3080404"/>
            <a:ext cx="946609" cy="581331"/>
            <a:chOff x="2467894" y="2623204"/>
            <a:chExt cx="946609" cy="581331"/>
          </a:xfrm>
        </p:grpSpPr>
        <p:sp>
          <p:nvSpPr>
            <p:cNvPr id="9" name="Rounded Rectangle 8"/>
            <p:cNvSpPr/>
            <p:nvPr/>
          </p:nvSpPr>
          <p:spPr>
            <a:xfrm>
              <a:off x="2467894" y="2680908"/>
              <a:ext cx="946609" cy="465921"/>
            </a:xfrm>
            <a:custGeom>
              <a:avLst/>
              <a:gdLst/>
              <a:ahLst/>
              <a:cxnLst/>
              <a:rect l="0" t="0" r="0" b="0"/>
              <a:pathLst>
                <a:path w="946609" h="465921">
                  <a:moveTo>
                    <a:pt x="4" y="4"/>
                  </a:moveTo>
                  <a:cubicBezTo>
                    <a:pt x="0" y="152873"/>
                    <a:pt x="2" y="318165"/>
                    <a:pt x="4" y="465921"/>
                  </a:cubicBezTo>
                  <a:moveTo>
                    <a:pt x="946609" y="465921"/>
                  </a:moveTo>
                  <a:cubicBezTo>
                    <a:pt x="946609" y="318165"/>
                    <a:pt x="946609" y="172551"/>
                    <a:pt x="946609" y="0"/>
                  </a:cubicBezTo>
                </a:path>
              </a:pathLst>
            </a:custGeom>
            <a:noFill/>
            <a:ln w="10819">
              <a:solidFill>
                <a:srgbClr val="44E09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67896" y="2623204"/>
              <a:ext cx="946607" cy="581331"/>
            </a:xfrm>
            <a:custGeom>
              <a:avLst/>
              <a:gdLst/>
              <a:ahLst/>
              <a:cxnLst/>
              <a:rect l="0" t="0" r="0" b="0"/>
              <a:pathLst>
                <a:path w="946607" h="581331">
                  <a:moveTo>
                    <a:pt x="946607" y="57704"/>
                  </a:moveTo>
                  <a:cubicBezTo>
                    <a:pt x="946607" y="25835"/>
                    <a:pt x="734702" y="0"/>
                    <a:pt x="473303" y="0"/>
                  </a:cubicBezTo>
                  <a:cubicBezTo>
                    <a:pt x="211905" y="0"/>
                    <a:pt x="0" y="25835"/>
                    <a:pt x="0" y="57704"/>
                  </a:cubicBezTo>
                  <a:moveTo>
                    <a:pt x="946607" y="57704"/>
                  </a:moveTo>
                  <a:cubicBezTo>
                    <a:pt x="946607" y="89574"/>
                    <a:pt x="734702" y="115409"/>
                    <a:pt x="473303" y="115409"/>
                  </a:cubicBezTo>
                  <a:cubicBezTo>
                    <a:pt x="211905" y="115409"/>
                    <a:pt x="0" y="89574"/>
                    <a:pt x="0" y="57704"/>
                  </a:cubicBezTo>
                  <a:moveTo>
                    <a:pt x="946607" y="523626"/>
                  </a:moveTo>
                  <a:cubicBezTo>
                    <a:pt x="946607" y="555496"/>
                    <a:pt x="734702" y="581331"/>
                    <a:pt x="473303" y="581331"/>
                  </a:cubicBezTo>
                  <a:cubicBezTo>
                    <a:pt x="211905" y="581331"/>
                    <a:pt x="0" y="555496"/>
                    <a:pt x="0" y="523626"/>
                  </a:cubicBezTo>
                </a:path>
              </a:pathLst>
            </a:custGeom>
            <a:noFill/>
            <a:ln w="10819">
              <a:solidFill>
                <a:srgbClr val="44E09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85144" y="5369663"/>
            <a:ext cx="886982" cy="640391"/>
            <a:chOff x="2467896" y="4912463"/>
            <a:chExt cx="886982" cy="640391"/>
          </a:xfrm>
        </p:grpSpPr>
        <p:sp>
          <p:nvSpPr>
            <p:cNvPr id="12" name="Rounded Rectangle 11"/>
            <p:cNvSpPr/>
            <p:nvPr/>
          </p:nvSpPr>
          <p:spPr>
            <a:xfrm>
              <a:off x="2467896" y="4912463"/>
              <a:ext cx="108196" cy="640388"/>
            </a:xfrm>
            <a:custGeom>
              <a:avLst/>
              <a:gdLst/>
              <a:ahLst/>
              <a:cxnLst/>
              <a:rect l="0" t="0" r="0" b="0"/>
              <a:pathLst>
                <a:path w="108196" h="640388">
                  <a:moveTo>
                    <a:pt x="108196" y="0"/>
                  </a:moveTo>
                  <a:lnTo>
                    <a:pt x="100983" y="0"/>
                  </a:lnTo>
                  <a:cubicBezTo>
                    <a:pt x="41227" y="0"/>
                    <a:pt x="0" y="143356"/>
                    <a:pt x="0" y="320194"/>
                  </a:cubicBezTo>
                  <a:cubicBezTo>
                    <a:pt x="0" y="497032"/>
                    <a:pt x="41227" y="640388"/>
                    <a:pt x="100983" y="640388"/>
                  </a:cubicBezTo>
                  <a:lnTo>
                    <a:pt x="108196" y="640388"/>
                  </a:lnTo>
                </a:path>
              </a:pathLst>
            </a:custGeom>
            <a:noFill/>
            <a:ln w="10819">
              <a:solidFill>
                <a:srgbClr val="1AC6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576093" y="4912463"/>
              <a:ext cx="778785" cy="640391"/>
            </a:xfrm>
            <a:custGeom>
              <a:avLst/>
              <a:gdLst/>
              <a:ahLst/>
              <a:cxnLst/>
              <a:rect l="0" t="0" r="0" b="0"/>
              <a:pathLst>
                <a:path w="778785" h="640391">
                  <a:moveTo>
                    <a:pt x="666958" y="640391"/>
                  </a:moveTo>
                  <a:lnTo>
                    <a:pt x="760719" y="640391"/>
                  </a:lnTo>
                  <a:cubicBezTo>
                    <a:pt x="771558" y="640391"/>
                    <a:pt x="778785" y="620376"/>
                    <a:pt x="768192" y="600364"/>
                  </a:cubicBezTo>
                  <a:cubicBezTo>
                    <a:pt x="742863" y="557682"/>
                    <a:pt x="717450" y="474130"/>
                    <a:pt x="717450" y="320196"/>
                  </a:cubicBezTo>
                  <a:cubicBezTo>
                    <a:pt x="717450" y="166746"/>
                    <a:pt x="742704" y="83237"/>
                    <a:pt x="767953" y="40433"/>
                  </a:cubicBezTo>
                  <a:cubicBezTo>
                    <a:pt x="778773" y="22090"/>
                    <a:pt x="771559" y="0"/>
                    <a:pt x="760739" y="0"/>
                  </a:cubicBezTo>
                  <a:lnTo>
                    <a:pt x="666958" y="2"/>
                  </a:lnTo>
                  <a:moveTo>
                    <a:pt x="0" y="0"/>
                  </a:moveTo>
                  <a:lnTo>
                    <a:pt x="666986" y="0"/>
                  </a:lnTo>
                  <a:moveTo>
                    <a:pt x="666986" y="640388"/>
                  </a:moveTo>
                  <a:lnTo>
                    <a:pt x="0" y="640388"/>
                  </a:lnTo>
                </a:path>
              </a:pathLst>
            </a:custGeom>
            <a:noFill/>
            <a:ln w="10819">
              <a:solidFill>
                <a:srgbClr val="1AC6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5085144" y="3894019"/>
            <a:ext cx="956863" cy="549548"/>
          </a:xfrm>
          <a:custGeom>
            <a:avLst/>
            <a:gdLst/>
            <a:ahLst/>
            <a:cxnLst/>
            <a:rect l="0" t="0" r="0" b="0"/>
            <a:pathLst>
              <a:path w="956863" h="549548">
                <a:moveTo>
                  <a:pt x="43278" y="0"/>
                </a:moveTo>
                <a:lnTo>
                  <a:pt x="28852" y="0"/>
                </a:lnTo>
                <a:cubicBezTo>
                  <a:pt x="12917" y="0"/>
                  <a:pt x="0" y="12917"/>
                  <a:pt x="0" y="28852"/>
                </a:cubicBezTo>
                <a:lnTo>
                  <a:pt x="0" y="43278"/>
                </a:lnTo>
                <a:moveTo>
                  <a:pt x="0" y="43278"/>
                </a:moveTo>
                <a:lnTo>
                  <a:pt x="0" y="506269"/>
                </a:lnTo>
                <a:moveTo>
                  <a:pt x="956863" y="43278"/>
                </a:moveTo>
                <a:lnTo>
                  <a:pt x="956863" y="506269"/>
                </a:lnTo>
                <a:moveTo>
                  <a:pt x="43278" y="0"/>
                </a:moveTo>
                <a:lnTo>
                  <a:pt x="913585" y="0"/>
                </a:lnTo>
                <a:moveTo>
                  <a:pt x="43278" y="549548"/>
                </a:moveTo>
                <a:lnTo>
                  <a:pt x="28852" y="549548"/>
                </a:lnTo>
                <a:cubicBezTo>
                  <a:pt x="12917" y="549548"/>
                  <a:pt x="0" y="536630"/>
                  <a:pt x="0" y="520696"/>
                </a:cubicBezTo>
                <a:lnTo>
                  <a:pt x="0" y="506269"/>
                </a:lnTo>
                <a:moveTo>
                  <a:pt x="913585" y="0"/>
                </a:moveTo>
                <a:lnTo>
                  <a:pt x="928011" y="0"/>
                </a:lnTo>
                <a:cubicBezTo>
                  <a:pt x="943945" y="0"/>
                  <a:pt x="956863" y="12917"/>
                  <a:pt x="956863" y="28852"/>
                </a:cubicBezTo>
                <a:lnTo>
                  <a:pt x="956863" y="43278"/>
                </a:lnTo>
                <a:moveTo>
                  <a:pt x="913585" y="549548"/>
                </a:moveTo>
                <a:lnTo>
                  <a:pt x="43278" y="549548"/>
                </a:lnTo>
                <a:moveTo>
                  <a:pt x="913585" y="549548"/>
                </a:moveTo>
                <a:lnTo>
                  <a:pt x="928011" y="549548"/>
                </a:lnTo>
                <a:cubicBezTo>
                  <a:pt x="943945" y="549548"/>
                  <a:pt x="956863" y="536630"/>
                  <a:pt x="956863" y="520696"/>
                </a:cubicBezTo>
                <a:lnTo>
                  <a:pt x="956863" y="506269"/>
                </a:lnTo>
              </a:path>
            </a:pathLst>
          </a:custGeom>
          <a:noFill/>
          <a:ln w="10819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3906816" y="1705743"/>
            <a:ext cx="1167802" cy="1712391"/>
            <a:chOff x="1289568" y="1248543"/>
            <a:chExt cx="1167802" cy="1712391"/>
          </a:xfrm>
        </p:grpSpPr>
        <p:sp>
          <p:nvSpPr>
            <p:cNvPr id="16" name="Rounded Rectangle 15"/>
            <p:cNvSpPr/>
            <p:nvPr/>
          </p:nvSpPr>
          <p:spPr>
            <a:xfrm>
              <a:off x="1332846" y="1270183"/>
              <a:ext cx="1120628" cy="1643650"/>
            </a:xfrm>
            <a:custGeom>
              <a:avLst/>
              <a:gdLst/>
              <a:ahLst/>
              <a:cxnLst/>
              <a:rect l="0" t="0" r="0" b="0"/>
              <a:pathLst>
                <a:path w="1120628" h="1643650">
                  <a:moveTo>
                    <a:pt x="0" y="0"/>
                  </a:moveTo>
                  <a:lnTo>
                    <a:pt x="788825" y="0"/>
                  </a:lnTo>
                  <a:cubicBezTo>
                    <a:pt x="836648" y="0"/>
                    <a:pt x="875382" y="38734"/>
                    <a:pt x="875382" y="86557"/>
                  </a:cubicBezTo>
                  <a:lnTo>
                    <a:pt x="875382" y="1557093"/>
                  </a:lnTo>
                  <a:cubicBezTo>
                    <a:pt x="875382" y="1604916"/>
                    <a:pt x="914117" y="1643650"/>
                    <a:pt x="961939" y="1643650"/>
                  </a:cubicBezTo>
                  <a:lnTo>
                    <a:pt x="1120628" y="164365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289568" y="1248543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410485" y="2867164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024818" y="2399554"/>
            <a:ext cx="1049507" cy="1018490"/>
            <a:chOff x="1407570" y="1942354"/>
            <a:chExt cx="1049507" cy="1018490"/>
          </a:xfrm>
        </p:grpSpPr>
        <p:sp>
          <p:nvSpPr>
            <p:cNvPr id="20" name="Rounded Rectangle 19"/>
            <p:cNvSpPr/>
            <p:nvPr/>
          </p:nvSpPr>
          <p:spPr>
            <a:xfrm>
              <a:off x="1450848" y="1963993"/>
              <a:ext cx="1002621" cy="949894"/>
            </a:xfrm>
            <a:custGeom>
              <a:avLst/>
              <a:gdLst/>
              <a:ahLst/>
              <a:cxnLst/>
              <a:rect l="0" t="0" r="0" b="0"/>
              <a:pathLst>
                <a:path w="1002621" h="949894">
                  <a:moveTo>
                    <a:pt x="0" y="0"/>
                  </a:moveTo>
                  <a:lnTo>
                    <a:pt x="670818" y="0"/>
                  </a:lnTo>
                  <a:cubicBezTo>
                    <a:pt x="718641" y="0"/>
                    <a:pt x="757376" y="38734"/>
                    <a:pt x="757376" y="86557"/>
                  </a:cubicBezTo>
                  <a:lnTo>
                    <a:pt x="757376" y="863336"/>
                  </a:lnTo>
                  <a:cubicBezTo>
                    <a:pt x="757376" y="911087"/>
                    <a:pt x="796110" y="949894"/>
                    <a:pt x="843933" y="949894"/>
                  </a:cubicBezTo>
                  <a:lnTo>
                    <a:pt x="1002621" y="949894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407570" y="1942354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410192" y="2867074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18055" y="3047945"/>
            <a:ext cx="1055999" cy="370032"/>
            <a:chOff x="1400807" y="2590745"/>
            <a:chExt cx="1055999" cy="370032"/>
          </a:xfrm>
        </p:grpSpPr>
        <p:sp>
          <p:nvSpPr>
            <p:cNvPr id="24" name="Rounded Rectangle 23"/>
            <p:cNvSpPr/>
            <p:nvPr/>
          </p:nvSpPr>
          <p:spPr>
            <a:xfrm>
              <a:off x="1444086" y="2612384"/>
              <a:ext cx="1009402" cy="301507"/>
            </a:xfrm>
            <a:custGeom>
              <a:avLst/>
              <a:gdLst/>
              <a:ahLst/>
              <a:cxnLst/>
              <a:rect l="0" t="0" r="0" b="0"/>
              <a:pathLst>
                <a:path w="1009402" h="301507">
                  <a:moveTo>
                    <a:pt x="0" y="0"/>
                  </a:moveTo>
                  <a:lnTo>
                    <a:pt x="677599" y="0"/>
                  </a:lnTo>
                  <a:cubicBezTo>
                    <a:pt x="725350" y="0"/>
                    <a:pt x="764156" y="38734"/>
                    <a:pt x="764156" y="86557"/>
                  </a:cubicBezTo>
                  <a:lnTo>
                    <a:pt x="764156" y="214950"/>
                  </a:lnTo>
                  <a:cubicBezTo>
                    <a:pt x="764156" y="262701"/>
                    <a:pt x="802890" y="301507"/>
                    <a:pt x="850713" y="301507"/>
                  </a:cubicBezTo>
                  <a:lnTo>
                    <a:pt x="1009402" y="301507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400807" y="2590745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409921" y="2867007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67789" y="3748292"/>
            <a:ext cx="1106490" cy="467409"/>
            <a:chOff x="1350541" y="3291092"/>
            <a:chExt cx="1106490" cy="467409"/>
          </a:xfrm>
        </p:grpSpPr>
        <p:sp>
          <p:nvSpPr>
            <p:cNvPr id="28" name="Rounded Rectangle 27"/>
            <p:cNvSpPr/>
            <p:nvPr/>
          </p:nvSpPr>
          <p:spPr>
            <a:xfrm>
              <a:off x="1393820" y="3312732"/>
              <a:ext cx="1059677" cy="398884"/>
            </a:xfrm>
            <a:custGeom>
              <a:avLst/>
              <a:gdLst/>
              <a:ahLst/>
              <a:cxnLst/>
              <a:rect l="0" t="0" r="0" b="0"/>
              <a:pathLst>
                <a:path w="1059677" h="398884">
                  <a:moveTo>
                    <a:pt x="0" y="0"/>
                  </a:moveTo>
                  <a:lnTo>
                    <a:pt x="468202" y="0"/>
                  </a:lnTo>
                  <a:cubicBezTo>
                    <a:pt x="515953" y="0"/>
                    <a:pt x="554760" y="38734"/>
                    <a:pt x="554760" y="86557"/>
                  </a:cubicBezTo>
                  <a:lnTo>
                    <a:pt x="554760" y="312327"/>
                  </a:lnTo>
                  <a:cubicBezTo>
                    <a:pt x="554760" y="360078"/>
                    <a:pt x="593494" y="398884"/>
                    <a:pt x="641317" y="398884"/>
                  </a:cubicBezTo>
                  <a:lnTo>
                    <a:pt x="1059677" y="398884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350541" y="3291092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410146" y="3664731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967789" y="3324184"/>
            <a:ext cx="1106490" cy="467387"/>
            <a:chOff x="1350541" y="2866984"/>
            <a:chExt cx="1106490" cy="467387"/>
          </a:xfrm>
        </p:grpSpPr>
        <p:sp>
          <p:nvSpPr>
            <p:cNvPr id="32" name="Rounded Rectangle 31"/>
            <p:cNvSpPr/>
            <p:nvPr/>
          </p:nvSpPr>
          <p:spPr>
            <a:xfrm>
              <a:off x="1393820" y="2913869"/>
              <a:ext cx="1059677" cy="398884"/>
            </a:xfrm>
            <a:custGeom>
              <a:avLst/>
              <a:gdLst/>
              <a:ahLst/>
              <a:cxnLst/>
              <a:rect l="0" t="0" r="0" b="0"/>
              <a:pathLst>
                <a:path w="1059677" h="398884">
                  <a:moveTo>
                    <a:pt x="0" y="398884"/>
                  </a:moveTo>
                  <a:lnTo>
                    <a:pt x="727874" y="398884"/>
                  </a:lnTo>
                  <a:cubicBezTo>
                    <a:pt x="775625" y="398884"/>
                    <a:pt x="814431" y="360078"/>
                    <a:pt x="814431" y="312327"/>
                  </a:cubicBezTo>
                  <a:lnTo>
                    <a:pt x="814431" y="86557"/>
                  </a:lnTo>
                  <a:cubicBezTo>
                    <a:pt x="814431" y="38734"/>
                    <a:pt x="853166" y="0"/>
                    <a:pt x="900989" y="0"/>
                  </a:cubicBezTo>
                  <a:lnTo>
                    <a:pt x="1059677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350541" y="3291093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410146" y="2866984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967789" y="3748292"/>
            <a:ext cx="1106490" cy="1988653"/>
            <a:chOff x="1350541" y="3291092"/>
            <a:chExt cx="1106490" cy="1988653"/>
          </a:xfrm>
        </p:grpSpPr>
        <p:sp>
          <p:nvSpPr>
            <p:cNvPr id="36" name="Rounded Rectangle 35"/>
            <p:cNvSpPr/>
            <p:nvPr/>
          </p:nvSpPr>
          <p:spPr>
            <a:xfrm>
              <a:off x="1393820" y="3312732"/>
              <a:ext cx="1059677" cy="1919912"/>
            </a:xfrm>
            <a:custGeom>
              <a:avLst/>
              <a:gdLst/>
              <a:ahLst/>
              <a:cxnLst/>
              <a:rect l="0" t="0" r="0" b="0"/>
              <a:pathLst>
                <a:path w="1059677" h="1919912">
                  <a:moveTo>
                    <a:pt x="0" y="0"/>
                  </a:moveTo>
                  <a:lnTo>
                    <a:pt x="208530" y="0"/>
                  </a:lnTo>
                  <a:cubicBezTo>
                    <a:pt x="256281" y="0"/>
                    <a:pt x="295088" y="38734"/>
                    <a:pt x="295088" y="86557"/>
                  </a:cubicBezTo>
                  <a:lnTo>
                    <a:pt x="295088" y="1833355"/>
                  </a:lnTo>
                  <a:cubicBezTo>
                    <a:pt x="295088" y="1881178"/>
                    <a:pt x="333822" y="1919912"/>
                    <a:pt x="381645" y="1919912"/>
                  </a:cubicBezTo>
                  <a:lnTo>
                    <a:pt x="1059677" y="1919912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350541" y="3291092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410146" y="5185975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007123" y="4121909"/>
            <a:ext cx="1067540" cy="415431"/>
            <a:chOff x="1389875" y="3664709"/>
            <a:chExt cx="1067540" cy="415431"/>
          </a:xfrm>
        </p:grpSpPr>
        <p:sp>
          <p:nvSpPr>
            <p:cNvPr id="40" name="Rounded Rectangle 39"/>
            <p:cNvSpPr/>
            <p:nvPr/>
          </p:nvSpPr>
          <p:spPr>
            <a:xfrm>
              <a:off x="1433154" y="3711594"/>
              <a:ext cx="1020293" cy="346878"/>
            </a:xfrm>
            <a:custGeom>
              <a:avLst/>
              <a:gdLst/>
              <a:ahLst/>
              <a:cxnLst/>
              <a:rect l="0" t="0" r="0" b="0"/>
              <a:pathLst>
                <a:path w="1020293" h="346878">
                  <a:moveTo>
                    <a:pt x="0" y="346878"/>
                  </a:moveTo>
                  <a:lnTo>
                    <a:pt x="428819" y="346878"/>
                  </a:lnTo>
                  <a:cubicBezTo>
                    <a:pt x="476642" y="346878"/>
                    <a:pt x="515376" y="308143"/>
                    <a:pt x="515376" y="260321"/>
                  </a:cubicBezTo>
                  <a:lnTo>
                    <a:pt x="515376" y="86557"/>
                  </a:lnTo>
                  <a:cubicBezTo>
                    <a:pt x="515376" y="38734"/>
                    <a:pt x="554182" y="0"/>
                    <a:pt x="601933" y="0"/>
                  </a:cubicBezTo>
                  <a:lnTo>
                    <a:pt x="1020293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389875" y="4036862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2410530" y="3664709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007123" y="3324184"/>
            <a:ext cx="1067540" cy="1213157"/>
            <a:chOff x="1389875" y="2866984"/>
            <a:chExt cx="1067540" cy="1213157"/>
          </a:xfrm>
        </p:grpSpPr>
        <p:sp>
          <p:nvSpPr>
            <p:cNvPr id="44" name="Rounded Rectangle 43"/>
            <p:cNvSpPr/>
            <p:nvPr/>
          </p:nvSpPr>
          <p:spPr>
            <a:xfrm>
              <a:off x="1433154" y="2913869"/>
              <a:ext cx="1020293" cy="1144647"/>
            </a:xfrm>
            <a:custGeom>
              <a:avLst/>
              <a:gdLst/>
              <a:ahLst/>
              <a:cxnLst/>
              <a:rect l="0" t="0" r="0" b="0"/>
              <a:pathLst>
                <a:path w="1020293" h="1144647">
                  <a:moveTo>
                    <a:pt x="0" y="1144647"/>
                  </a:moveTo>
                  <a:lnTo>
                    <a:pt x="688491" y="1144647"/>
                  </a:lnTo>
                  <a:cubicBezTo>
                    <a:pt x="736313" y="1144647"/>
                    <a:pt x="775048" y="1105841"/>
                    <a:pt x="775048" y="1058090"/>
                  </a:cubicBezTo>
                  <a:lnTo>
                    <a:pt x="775048" y="86557"/>
                  </a:lnTo>
                  <a:cubicBezTo>
                    <a:pt x="775048" y="38734"/>
                    <a:pt x="813854" y="0"/>
                    <a:pt x="861605" y="0"/>
                  </a:cubicBezTo>
                  <a:lnTo>
                    <a:pt x="1020293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389875" y="4036863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410530" y="2866984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007123" y="4494060"/>
            <a:ext cx="1067540" cy="1242818"/>
            <a:chOff x="1389875" y="4036860"/>
            <a:chExt cx="1067540" cy="1242818"/>
          </a:xfrm>
        </p:grpSpPr>
        <p:sp>
          <p:nvSpPr>
            <p:cNvPr id="48" name="Rounded Rectangle 47"/>
            <p:cNvSpPr/>
            <p:nvPr/>
          </p:nvSpPr>
          <p:spPr>
            <a:xfrm>
              <a:off x="1433154" y="4058499"/>
              <a:ext cx="1020293" cy="1174149"/>
            </a:xfrm>
            <a:custGeom>
              <a:avLst/>
              <a:gdLst/>
              <a:ahLst/>
              <a:cxnLst/>
              <a:rect l="0" t="0" r="0" b="0"/>
              <a:pathLst>
                <a:path w="1020293" h="1174149">
                  <a:moveTo>
                    <a:pt x="0" y="0"/>
                  </a:moveTo>
                  <a:lnTo>
                    <a:pt x="169147" y="0"/>
                  </a:lnTo>
                  <a:cubicBezTo>
                    <a:pt x="216970" y="0"/>
                    <a:pt x="255704" y="38734"/>
                    <a:pt x="255704" y="86557"/>
                  </a:cubicBezTo>
                  <a:lnTo>
                    <a:pt x="255704" y="1087592"/>
                  </a:lnTo>
                  <a:cubicBezTo>
                    <a:pt x="255704" y="1135415"/>
                    <a:pt x="294511" y="1174149"/>
                    <a:pt x="342261" y="1174149"/>
                  </a:cubicBezTo>
                  <a:lnTo>
                    <a:pt x="1020293" y="1174149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1389875" y="4036860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410530" y="5185908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851365" y="3324184"/>
            <a:ext cx="1222621" cy="1906965"/>
            <a:chOff x="1234117" y="2866984"/>
            <a:chExt cx="1222621" cy="1906965"/>
          </a:xfrm>
        </p:grpSpPr>
        <p:sp>
          <p:nvSpPr>
            <p:cNvPr id="52" name="Rounded Rectangle 51"/>
            <p:cNvSpPr/>
            <p:nvPr/>
          </p:nvSpPr>
          <p:spPr>
            <a:xfrm>
              <a:off x="1277396" y="2913869"/>
              <a:ext cx="1176097" cy="1838476"/>
            </a:xfrm>
            <a:custGeom>
              <a:avLst/>
              <a:gdLst/>
              <a:ahLst/>
              <a:cxnLst/>
              <a:rect l="0" t="0" r="0" b="0"/>
              <a:pathLst>
                <a:path w="1176097" h="1838476">
                  <a:moveTo>
                    <a:pt x="0" y="1838476"/>
                  </a:moveTo>
                  <a:lnTo>
                    <a:pt x="844294" y="1838476"/>
                  </a:lnTo>
                  <a:cubicBezTo>
                    <a:pt x="892044" y="1838476"/>
                    <a:pt x="930851" y="1799670"/>
                    <a:pt x="930851" y="1751919"/>
                  </a:cubicBezTo>
                  <a:lnTo>
                    <a:pt x="930851" y="86557"/>
                  </a:lnTo>
                  <a:cubicBezTo>
                    <a:pt x="930851" y="38734"/>
                    <a:pt x="969585" y="0"/>
                    <a:pt x="1017408" y="0"/>
                  </a:cubicBezTo>
                  <a:lnTo>
                    <a:pt x="1176097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234117" y="4730671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409853" y="2866984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851365" y="5187871"/>
            <a:ext cx="1222621" cy="548917"/>
            <a:chOff x="1234117" y="4730671"/>
            <a:chExt cx="1222621" cy="548917"/>
          </a:xfrm>
        </p:grpSpPr>
        <p:sp>
          <p:nvSpPr>
            <p:cNvPr id="56" name="Rounded Rectangle 55"/>
            <p:cNvSpPr/>
            <p:nvPr/>
          </p:nvSpPr>
          <p:spPr>
            <a:xfrm>
              <a:off x="1277396" y="4752310"/>
              <a:ext cx="1176097" cy="480320"/>
            </a:xfrm>
            <a:custGeom>
              <a:avLst/>
              <a:gdLst/>
              <a:ahLst/>
              <a:cxnLst/>
              <a:rect l="0" t="0" r="0" b="0"/>
              <a:pathLst>
                <a:path w="1176097" h="480320">
                  <a:moveTo>
                    <a:pt x="0" y="0"/>
                  </a:moveTo>
                  <a:lnTo>
                    <a:pt x="324950" y="0"/>
                  </a:lnTo>
                  <a:cubicBezTo>
                    <a:pt x="372701" y="0"/>
                    <a:pt x="411507" y="38734"/>
                    <a:pt x="411507" y="86557"/>
                  </a:cubicBezTo>
                  <a:lnTo>
                    <a:pt x="411507" y="393763"/>
                  </a:lnTo>
                  <a:cubicBezTo>
                    <a:pt x="411507" y="441586"/>
                    <a:pt x="450242" y="480320"/>
                    <a:pt x="498065" y="480320"/>
                  </a:cubicBezTo>
                  <a:lnTo>
                    <a:pt x="1176097" y="48032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234117" y="4730671"/>
              <a:ext cx="43278" cy="43278"/>
            </a:xfrm>
            <a:custGeom>
              <a:avLst/>
              <a:gdLst/>
              <a:ahLst/>
              <a:cxnLst/>
              <a:rect l="0" t="0" r="0" b="0"/>
              <a:pathLst>
                <a:path w="43278" h="43278">
                  <a:moveTo>
                    <a:pt x="0" y="21639"/>
                  </a:moveTo>
                  <a:cubicBezTo>
                    <a:pt x="0" y="33590"/>
                    <a:pt x="9688" y="43278"/>
                    <a:pt x="21639" y="43278"/>
                  </a:cubicBezTo>
                  <a:cubicBezTo>
                    <a:pt x="33590" y="43278"/>
                    <a:pt x="43278" y="33590"/>
                    <a:pt x="43278" y="21639"/>
                  </a:cubicBezTo>
                  <a:cubicBezTo>
                    <a:pt x="43278" y="9688"/>
                    <a:pt x="33590" y="0"/>
                    <a:pt x="21639" y="0"/>
                  </a:cubicBezTo>
                  <a:cubicBezTo>
                    <a:pt x="9688" y="0"/>
                    <a:pt x="0" y="9688"/>
                    <a:pt x="0" y="21639"/>
                  </a:cubicBezTo>
                  <a:close/>
                </a:path>
              </a:pathLst>
            </a:custGeom>
            <a:solidFill>
              <a:srgbClr val="FFFFFF"/>
            </a:solidFill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2409853" y="5185818"/>
              <a:ext cx="46885" cy="93770"/>
            </a:xfrm>
            <a:custGeom>
              <a:avLst/>
              <a:gdLst/>
              <a:ahLst/>
              <a:cxnLst/>
              <a:rect l="0" t="0" r="0" b="0"/>
              <a:pathLst>
                <a:path w="46885" h="93770">
                  <a:moveTo>
                    <a:pt x="0" y="93770"/>
                  </a:moveTo>
                  <a:lnTo>
                    <a:pt x="46885" y="46885"/>
                  </a:lnTo>
                  <a:lnTo>
                    <a:pt x="0" y="0"/>
                  </a:lnTo>
                </a:path>
              </a:pathLst>
            </a:custGeom>
            <a:noFill/>
            <a:ln w="1081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302379" y="3508121"/>
            <a:ext cx="482715" cy="207779"/>
            <a:chOff x="685131" y="3050921"/>
            <a:chExt cx="482715" cy="207779"/>
          </a:xfrm>
        </p:grpSpPr>
        <p:sp>
          <p:nvSpPr>
            <p:cNvPr id="60" name="TextBox 59"/>
            <p:cNvSpPr txBox="1"/>
            <p:nvPr/>
          </p:nvSpPr>
          <p:spPr>
            <a:xfrm>
              <a:off x="685131" y="3050921"/>
              <a:ext cx="482715" cy="103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AC6FF"/>
                  </a:solidFill>
                  <a:latin typeface="Roboto"/>
                </a:rPr>
                <a:t>Assignment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5131" y="3154789"/>
              <a:ext cx="482715" cy="1039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AC6FF"/>
                  </a:solidFill>
                  <a:latin typeface="Roboto"/>
                </a:rPr>
                <a:t>Creation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164490" y="3400666"/>
            <a:ext cx="787916" cy="181726"/>
            <a:chOff x="2547242" y="2943466"/>
            <a:chExt cx="787916" cy="181726"/>
          </a:xfrm>
        </p:grpSpPr>
        <p:sp>
          <p:nvSpPr>
            <p:cNvPr id="63" name="TextBox 62"/>
            <p:cNvSpPr txBox="1"/>
            <p:nvPr/>
          </p:nvSpPr>
          <p:spPr>
            <a:xfrm>
              <a:off x="2547242" y="2943466"/>
              <a:ext cx="787916" cy="908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Primary source of truth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547242" y="3034351"/>
              <a:ext cx="787916" cy="90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for all business data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177391" y="3759179"/>
            <a:ext cx="732692" cy="272560"/>
            <a:chOff x="560143" y="3301979"/>
            <a:chExt cx="732692" cy="272560"/>
          </a:xfrm>
        </p:grpSpPr>
        <p:sp>
          <p:nvSpPr>
            <p:cNvPr id="66" name="TextBox 65"/>
            <p:cNvSpPr txBox="1"/>
            <p:nvPr/>
          </p:nvSpPr>
          <p:spPr>
            <a:xfrm>
              <a:off x="560143" y="3301979"/>
              <a:ext cx="732692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Teacher creates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60143" y="3392792"/>
              <a:ext cx="732692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assignment and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60143" y="3483605"/>
              <a:ext cx="732692" cy="90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uploads to Cloudinary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5329937" y="3253520"/>
            <a:ext cx="457015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44E095"/>
                </a:solidFill>
                <a:latin typeface="Roboto"/>
              </a:rPr>
              <a:t>PostgreSQL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99" y="3958939"/>
            <a:ext cx="410360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Cloudinary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3199877" y="3052296"/>
            <a:ext cx="737994" cy="181726"/>
            <a:chOff x="582629" y="2595096"/>
            <a:chExt cx="737994" cy="181726"/>
          </a:xfrm>
        </p:grpSpPr>
        <p:sp>
          <p:nvSpPr>
            <p:cNvPr id="72" name="TextBox 71"/>
            <p:cNvSpPr txBox="1"/>
            <p:nvPr/>
          </p:nvSpPr>
          <p:spPr>
            <a:xfrm>
              <a:off x="582629" y="2595096"/>
              <a:ext cx="737994" cy="908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Student registers and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82629" y="2685981"/>
              <a:ext cx="737994" cy="90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selects a batchId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177393" y="2905149"/>
            <a:ext cx="782961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Student Registration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5164489" y="4106084"/>
            <a:ext cx="798173" cy="272560"/>
            <a:chOff x="2547241" y="3648884"/>
            <a:chExt cx="798173" cy="272560"/>
          </a:xfrm>
        </p:grpSpPr>
        <p:sp>
          <p:nvSpPr>
            <p:cNvPr id="76" name="TextBox 75"/>
            <p:cNvSpPr txBox="1"/>
            <p:nvPr/>
          </p:nvSpPr>
          <p:spPr>
            <a:xfrm>
              <a:off x="2547241" y="3648884"/>
              <a:ext cx="798173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Storage for assignment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547241" y="3739697"/>
              <a:ext cx="798173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resources and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547241" y="3830510"/>
              <a:ext cx="798173" cy="90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submissions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3177388" y="4305844"/>
            <a:ext cx="772026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Student Submission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3278032" y="4452990"/>
            <a:ext cx="570737" cy="272560"/>
            <a:chOff x="660784" y="3995790"/>
            <a:chExt cx="570737" cy="272560"/>
          </a:xfrm>
        </p:grpSpPr>
        <p:sp>
          <p:nvSpPr>
            <p:cNvPr id="81" name="TextBox 80"/>
            <p:cNvSpPr txBox="1"/>
            <p:nvPr/>
          </p:nvSpPr>
          <p:spPr>
            <a:xfrm>
              <a:off x="660784" y="3995790"/>
              <a:ext cx="570737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Student submits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60784" y="4086603"/>
              <a:ext cx="570737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assignment and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60784" y="4177416"/>
              <a:ext cx="570737" cy="90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updates status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3177392" y="2358484"/>
            <a:ext cx="789719" cy="272560"/>
            <a:chOff x="560144" y="1901284"/>
            <a:chExt cx="789719" cy="272560"/>
          </a:xfrm>
        </p:grpSpPr>
        <p:sp>
          <p:nvSpPr>
            <p:cNvPr id="85" name="TextBox 84"/>
            <p:cNvSpPr txBox="1"/>
            <p:nvPr/>
          </p:nvSpPr>
          <p:spPr>
            <a:xfrm>
              <a:off x="560144" y="1901284"/>
              <a:ext cx="789719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Teacher creates, views,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60144" y="1992097"/>
              <a:ext cx="789719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updates, and deletes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60144" y="2082910"/>
              <a:ext cx="789719" cy="90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batches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3184154" y="4999655"/>
            <a:ext cx="602748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Teacher Review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3177389" y="5146800"/>
            <a:ext cx="616273" cy="272560"/>
            <a:chOff x="560141" y="4689600"/>
            <a:chExt cx="616273" cy="272560"/>
          </a:xfrm>
        </p:grpSpPr>
        <p:sp>
          <p:nvSpPr>
            <p:cNvPr id="90" name="TextBox 89"/>
            <p:cNvSpPr txBox="1"/>
            <p:nvPr/>
          </p:nvSpPr>
          <p:spPr>
            <a:xfrm>
              <a:off x="560141" y="4689600"/>
              <a:ext cx="616273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Teacher reviews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60141" y="4780413"/>
              <a:ext cx="616273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submission and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60141" y="4871226"/>
              <a:ext cx="616273" cy="90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provides feedback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3195367" y="2211338"/>
            <a:ext cx="753769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Batch Management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32387" y="1517528"/>
            <a:ext cx="561720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Authentication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9936" y="5434579"/>
            <a:ext cx="213803" cy="1038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AC6FF"/>
                </a:solidFill>
                <a:latin typeface="Roboto"/>
              </a:rPr>
              <a:t>Redis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5207770" y="5581724"/>
            <a:ext cx="638136" cy="363402"/>
            <a:chOff x="2590522" y="5124524"/>
            <a:chExt cx="638136" cy="363402"/>
          </a:xfrm>
        </p:grpSpPr>
        <p:sp>
          <p:nvSpPr>
            <p:cNvPr id="97" name="TextBox 96"/>
            <p:cNvSpPr txBox="1"/>
            <p:nvPr/>
          </p:nvSpPr>
          <p:spPr>
            <a:xfrm>
              <a:off x="2590522" y="5124524"/>
              <a:ext cx="638136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Cache for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590522" y="5215337"/>
              <a:ext cx="638136" cy="908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assignment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590522" y="5306222"/>
              <a:ext cx="638136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submission status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2590522" y="5397035"/>
              <a:ext cx="638136" cy="9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only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3177387" y="1664672"/>
            <a:ext cx="671720" cy="272561"/>
            <a:chOff x="560139" y="1207472"/>
            <a:chExt cx="671720" cy="272561"/>
          </a:xfrm>
        </p:grpSpPr>
        <p:sp>
          <p:nvSpPr>
            <p:cNvPr id="102" name="TextBox 101"/>
            <p:cNvSpPr txBox="1"/>
            <p:nvPr/>
          </p:nvSpPr>
          <p:spPr>
            <a:xfrm>
              <a:off x="560139" y="1207472"/>
              <a:ext cx="671720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Register, Login, and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60139" y="1298286"/>
              <a:ext cx="671720" cy="90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JWT Cookie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60139" y="1389099"/>
              <a:ext cx="671720" cy="90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FFFFFF"/>
                  </a:solidFill>
                  <a:latin typeface="Roboto"/>
                </a:rPr>
                <a:t>management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2804785" y="803429"/>
            <a:ext cx="3530476" cy="432785"/>
            <a:chOff x="187537" y="346229"/>
            <a:chExt cx="3530476" cy="432785"/>
          </a:xfrm>
        </p:grpSpPr>
        <p:sp>
          <p:nvSpPr>
            <p:cNvPr id="106" name="TextBox 105"/>
            <p:cNvSpPr txBox="1"/>
            <p:nvPr/>
          </p:nvSpPr>
          <p:spPr>
            <a:xfrm>
              <a:off x="187537" y="346229"/>
              <a:ext cx="3530476" cy="2163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Roboto"/>
                </a:rPr>
                <a:t>Assignment Management System Backend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87537" y="562622"/>
              <a:ext cx="3530476" cy="216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Roboto"/>
                </a:rPr>
                <a:t>Workflow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